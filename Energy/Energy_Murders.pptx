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3" r:id="rId42"/>
    <p:sldId id="314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48"/>
    <p:restoredTop sz="98824"/>
  </p:normalViewPr>
  <p:slideViewPr>
    <p:cSldViewPr snapToGrid="0">
      <p:cViewPr varScale="1">
        <p:scale>
          <a:sx n="356" d="100"/>
          <a:sy n="356" d="100"/>
        </p:scale>
        <p:origin x="11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622CD-B4DC-D0F2-6403-69813212C2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A3311-815E-53F9-EBCB-A70F7F0E3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8F88A-1C7B-0F5D-C113-2505D67E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A091-7266-59EA-6092-74DFF11D0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ACCCE-7C59-7C10-A5E3-3884268C2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17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1E3D-7EC3-1B32-2CDA-F87DEA9AB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F45-02EC-3D87-951C-98C5A9756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B6E84-2348-AC62-515C-6EF0F806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6967A-7E40-DC14-D41A-B0AD8E4D3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DD9BF-8221-4B08-C2C0-BC1FB17AB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76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6DEF-F09A-7B59-0105-922F9718E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58BF3-49BA-8B64-4A16-754E19B50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ED5A1-4F53-A752-01EA-E1A440FA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4DE6C-1ACB-0CBD-2D28-3B7C8EEA3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98334-1363-D93F-0C7C-1E8B8C3D7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07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5F4BE-8BF4-7051-5205-9F2E1DF2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5B6F0-9259-6E4B-BD05-3FCA2360F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E62DC-2735-440A-8929-08844E370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616B0-0073-BED2-CC83-19C9C09BD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14C63-2D9B-97D2-E53A-A893F9AC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0DE18-BD84-468F-E18B-D15951744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756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002C9-D727-6123-8450-09F64BCF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AEC67-7951-11B9-ED04-43CB5D04F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1B9B3-F9BB-543F-5943-63986C9C0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843766-DD60-B5A8-2C84-81D7AA71F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E7B61-31DA-BAAD-4B3A-26D10DDE4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84003F-D89A-8F24-BDE1-C45D350E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08629-F5CD-FC65-C958-63A60FE4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EAF09-909C-3104-C61E-DE10DA0FC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80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4235-1093-EE67-B6E6-CFCB8F7A0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5959F-28A0-07CB-5C74-2F4731DFA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5A0AC-3564-8121-2642-5A43B03D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3C0F1-81B5-D94C-51A7-91429299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1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FBE2BB-8EA7-E86E-2D56-E686BFC0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4FB878-612B-2082-446F-210A572D1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D3A47-2674-14A6-9172-5D8D9C265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01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6723-1313-ABFA-BE2B-177C63AB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B0BCB-0796-5CFD-A09F-24EA93BEB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05C70-BADE-F9A7-5FA3-B22493DFC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22E40-C7F3-C94D-C449-A23B2FFF4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8BA8B-3690-D914-CD33-155971194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D87DC-66EE-CE10-00AC-92579022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98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6AA33-939E-7047-DA45-E61008106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8BF70B-BCA8-4567-FBB8-E1E4EE2453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79E0A-3A9A-537B-2D75-42CC3C5B7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33C6F-4A39-85C1-3CEF-AEFA529FB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A1F68-C48F-E912-1A7E-A57C3681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BBA21-BD1F-FDF5-B754-9AD62AB2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228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BF493-938D-3D30-ED41-1F25386C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83440-EB61-D177-718D-B10F13FCA3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3B7BF-E7FB-CBDF-076A-EA2A772B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23252-89DC-D082-EC1E-4FE9358CE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63BB7-D067-B624-1639-05057F2A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4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5F5C93-17AF-E420-81D7-D3D3638BD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F6E8-AC8A-B902-1CBC-6BA7B919B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9B5B1-A97B-92FE-93A7-600EA4FB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75582-DC49-5181-7C53-7DEF7D4A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DD04B-D05F-64BF-14AB-8964C6C7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C661DF-436F-E551-B5D5-3C7A748A3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74914-DBDF-FE8A-A40C-0CC97E674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687E7-BFE7-003C-7ADD-63B95BA40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BD450-5107-424A-9054-544A25915243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18254-A4B4-E257-C7B0-98E8E77C2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4145E-4C3E-E255-9D7F-1DAD2DDD3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400B5D-B308-8546-A86A-101F8236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7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Aaron Salter Jr: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Aaron Salter Jr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55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SHOT and KILLED at age 55 while working as a security guard at a Buffalo, NY supermarket.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Retired Buffalo police officer who had demonstrated a WATER-POWERED CAR on local TV just two months before the shooting.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was one of 10 victims in the Tops supermarket mass shooting — but he's the only one who had just gone public with free energy tech.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Confronted the gunman and FIRED BACK, hitting his body armor — died a hero trying to protect shoppers.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Same pattern as Stanley Meyer — go public with water-car tech, end up DEAD.</a:t>
            </a:r>
          </a:p>
        </p:txBody>
      </p:sp>
      <p:pic>
        <p:nvPicPr>
          <p:cNvPr id="16" name="Picture 15" descr="Aaron_Salter_J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91" y="1647090"/>
            <a:ext cx="5387784" cy="27908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Amy Eskridge: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Amy Eskridge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Anti-gravity researcher found DEAD of a gunshot wound at age 34 in Huntsville, Alabama —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Co-founded the Institute for Exotic Science. Her father was a NASA plasma fusion engineer at Redstone Arsenal.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She WARNED publicly about "men in black" forces that come for anyone cracking the veil too wide.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 retired UK intelligence officer alleged she was MURDERED with directed energy weapons by a private aerospace company.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Body RAPIDLY CREMATED. No autopsy details released. No police reports. Someone who spoke with her 4 hours before does NOT believe it was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Her institute CEASED operations after her death. The research died with her.</a:t>
            </a:r>
          </a:p>
        </p:txBody>
      </p:sp>
      <p:pic>
        <p:nvPicPr>
          <p:cNvPr id="16" name="Picture 15" descr="Amy_Eskri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304" y="1100088"/>
            <a:ext cx="2925358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Andrii Slobodian: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Andrii Slobodian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Ukrainian inventor of the MG10 perpetual magnet generator — DEAD from carbon monoxide poisoning in a Seoul apartment fire.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10-kilowatt magnetic generator needed NO conventional energy input — pure permanent magnet power.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fire was blamed on a malfunctioning air conditioning unit. CO poisoning in a small apartment.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company Infinity SAV CEASED all operations after his death — the technology DIED with him.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Carbon monoxide is the energy inventor killer: Lester Hendershot and his son both died of CO, Morris Jessup too.</a:t>
            </a:r>
          </a:p>
        </p:txBody>
      </p:sp>
      <p:pic>
        <p:nvPicPr>
          <p:cNvPr id="16" name="Picture 15" descr="Andrii_Slobod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301" y="1100088"/>
            <a:ext cx="4273363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Andrija Puharich: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Andrija Puharich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FELL down a flight of stairs and DIED at age 76 — a physician with 50+ patents and CIA connections.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Held U.S. Patent for splitting water molecules into hydrogen fuel — technology that threatened Big Oil.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home and laboratory were DESTROYED BY ARSON in 1979 — he blamed the CIA and fled to Mexico.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Allegedly received direct CIA ASSASSINATION THREATS and capitulated after a meeting with Rockefeller interests.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broke, waiting for a Social Security check, unable to afford to move after an eviction. From 50 patents to poverty.</a:t>
            </a:r>
          </a:p>
        </p:txBody>
      </p:sp>
      <p:pic>
        <p:nvPicPr>
          <p:cNvPr id="16" name="Picture 15" descr="Andrija_Puhari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487" y="1100088"/>
            <a:ext cx="2806991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Bill Yelon: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Bill Yelon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Invented a solid-state electromagnetic wave device producing MORE energy than it consumed.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SUDDENLY in 2018 — shortly after announcing his breakthrough device.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Same pattern: Stanley Meyer DIED after investor meeting. Arie DeGeus DIED heading to get funding. Eugene Mallove KILLED before media appearance.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Almost no records of his existence survive. No patents, no papers, no media coverage.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Announce a free energy device, then DIE. The pattern is the message.</a:t>
            </a:r>
          </a:p>
        </p:txBody>
      </p:sp>
      <p:pic>
        <p:nvPicPr>
          <p:cNvPr id="16" name="Picture 15" descr="Bill_Yel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033" y="1100088"/>
            <a:ext cx="310790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Boyd Bushman: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Boyd Bushman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Lockheed Martin senior scientist with 26 patents and a 40-year defense career — waited until his DEATHBED to talk.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Recorded a video claiming direct involvement in ANTIGRAVITY research and reverse-engineering exotic propulsion at Area 51.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was so AFRAID of retaliation that he stayed silent his entire career — only spoke when he was already dying.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claims align with David Grusch's 2023 congressional testimony about secret reverse-engineering programs.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78 of natural causes. The suppression isn't always murder — sometimes it's a LIFETIME OF SILENCE.</a:t>
            </a:r>
          </a:p>
        </p:txBody>
      </p:sp>
      <p:pic>
        <p:nvPicPr>
          <p:cNvPr id="16" name="Picture 15" descr="Boyd_Bushm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313" y="1100088"/>
            <a:ext cx="278934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Brian OLeary: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Brian OLeary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71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Former NASA ASTRONAUT and Princeton/Cornell physics professor — diagnosed with cancer and DEAD in just SIX DAYS.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Co-founded the New Energy Movement advocating for zero-point energy and free energy technology.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credentials made him IMPOSSIBLE to dismiss as a crank — that made him dangerous.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Moved to Ecuador after his colleague Eugene Mallove was BEATEN TO DEATH in 2004.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From diagnosis to death in under a week at age 71. The fastest cancer you've never heard of.</a:t>
            </a:r>
          </a:p>
        </p:txBody>
      </p:sp>
      <p:pic>
        <p:nvPicPr>
          <p:cNvPr id="16" name="Picture 15" descr="Brian_OLe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033" y="1100088"/>
            <a:ext cx="310790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Bruce DePalma: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Bruce DePalma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MIT-educated physicist who invented the N-Machine — DIED weeks before the official test of his device.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Claimed his generator produced MORE energy than it consumed — 4:1 ratio or higher.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Astronaut Edgar Mitchell warned him: "CIA... you might get your HEAD blown off."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FLED the United States to New Zealand after a lifetime of suppression and death threats.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Bled to death internally at age 62. When the N-Machine was tested after his death — without his calibration knowledge — it FAILED.</a:t>
            </a:r>
          </a:p>
        </p:txBody>
      </p:sp>
      <p:pic>
        <p:nvPicPr>
          <p:cNvPr id="16" name="Picture 15" descr="Bruce_DePalm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7333" y="1100088"/>
            <a:ext cx="284730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Carl Grillmair: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Carl Grillmair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Caltech astrophysicist SHOT DEAD on his front porch at 6:10 AM — age 67, Llano, California.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147 peer-reviewed papers. NASA medal. Instrument specialist for the NEO Surveyor space telescope.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suspect had been ARRESTED on his property two months earlier with a loaded, unregistered rifle.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Those charges were DISMISSED eleven days before the killing. Eleven days later, the suspect was back with a gun.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infrared detection work finds asteroids — and enemy satellites. Same math, different customer.</a:t>
            </a:r>
          </a:p>
        </p:txBody>
      </p:sp>
      <p:pic>
        <p:nvPicPr>
          <p:cNvPr id="16" name="Picture 15" descr="Carl_Grillma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020" y="1100088"/>
            <a:ext cx="2309926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Daniel Dingel: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Daniel Dingel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Filipino inventor who demonstrated a WATER-POWERED CAR for over 40 years to media and government officials.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Convicted of FRAUD at age 82 and sentenced to 20 years in prison — a death sentence for an old man.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in custody in 2010 at age 84. The technology died with him.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was only prosecuted AFTER entering a partnership that would have commercialized the tech.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Multiple water fuel inventors have been KILLED or silenced. Dingel was neutralized through the legal system.</a:t>
            </a:r>
          </a:p>
        </p:txBody>
      </p:sp>
      <p:pic>
        <p:nvPicPr>
          <p:cNvPr id="16" name="Picture 15" descr="Daniel_Ding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373" y="1100088"/>
            <a:ext cx="298522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Eugene Mallove: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Eugene Mallove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BEATEN TO DEATH at age 56 — crushed trachea, 32 LACERATIONS to his face from a blunt instrument.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most prominent cold fusion advocate in America. Former MIT science writer. Founded Infinite Energy magazine.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KILLED days before a scheduled Coast to Coast AM radio appearance reaching millions of listeners.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Was actively lobbying Congress and the Department of Energy for renewed cold fusion funding.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murder was blamed on former tenants in a "housing dispute." The most savage housing dispute in history.</a:t>
            </a:r>
          </a:p>
        </p:txBody>
      </p:sp>
      <p:pic>
        <p:nvPicPr>
          <p:cNvPr id="16" name="Picture 15" descr="Eugene_Mallo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156" y="1100088"/>
            <a:ext cx="3375653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Floyd Sweet: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Floyd Sweet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Invented the Vacuum Triode Amplifier — claimed 500 watts output from 33 MICROWATTS input.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Received DEATH THREATS and became increasingly reclusive and fearful in his later years.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day he DIED, unknown men came to his house, had coffee, and left. Hours later his wife found him dead.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NEXT DAY, authorities showed up and CONFISCATED all research materials, devices, and notes.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83 of a "heart attack." Men visit, inventor dies, research vanishes. Textbook suppression.</a:t>
            </a:r>
          </a:p>
        </p:txBody>
      </p:sp>
      <p:pic>
        <p:nvPicPr>
          <p:cNvPr id="16" name="Picture 15" descr="Floyd_Sw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337" y="1100088"/>
            <a:ext cx="5319291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Frank Edwards: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Frank Edwards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59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Prominent UFO author and radio broadcaster — DIED of a heart attack at age 59.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on the EXACT 20th anniversary of Kenneth Arnold's 1947 sighting — the event that launched the UFO era.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Bestselling books, national radio audience, one of the most influential early UFO researchers.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Heart attack on the most symbolically significant date in UFO history. Coincidence? At 59?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death came during a period when multiple early UFO researchers died or were SILENCED.</a:t>
            </a:r>
          </a:p>
        </p:txBody>
      </p:sp>
      <p:pic>
        <p:nvPicPr>
          <p:cNvPr id="16" name="Picture 15" descr="Frank_Edwar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0814" y="1100088"/>
            <a:ext cx="3040337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Fred Bell: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Fred Bell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Nuclear physicist found DEAD within 48 hours of filming a TV interview about classified DEATH RAY technology.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Interviewed by Jesse Ventura for Conspiracy Theory — dropped "several BOMBSHELLS" about directed-energy weapons.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Early career included high-temperature fusion experiments and nuclear particle bombardment at Michigan's cyclotron.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Official cause: heart disease and obesity. Ventura publicly expressed SKEPTICISM about the ruling.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Film an interview about classified energy weapons on Monday, be DEAD by Wednesday. At age 68.</a:t>
            </a:r>
          </a:p>
        </p:txBody>
      </p:sp>
      <p:pic>
        <p:nvPicPr>
          <p:cNvPr id="16" name="Picture 15" descr="Fred_Be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91" y="1527212"/>
            <a:ext cx="5387784" cy="30306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George Taylor Fulford: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George Taylor Fulford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Major General Electric shareholder KILLED in a car crash one week after announcing he'd fund Tesla's wireless energy project.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Became Canada's FIRST automobile fatality at age 53. His chauffeur survived.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After his death, his GE stock ended up in ROCKEFELLER hands. Tesla's Wardenclyffe Tower was starved of capital.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Fulford family has maintained for over a CENTURY that the crash was arranged.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Fund Tesla's free energy project, die in a car "accident" seven days later. In 1905.</a:t>
            </a:r>
          </a:p>
        </p:txBody>
      </p:sp>
      <p:pic>
        <p:nvPicPr>
          <p:cNvPr id="16" name="Picture 15" descr="George_Taylor_Fulfo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2809" y="1100088"/>
            <a:ext cx="2916347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1" y="1288262"/>
            <a:ext cx="7077777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Georges Lakhovsky: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Georges Lakhovsky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7831444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STRUCK and KILLED by a limousine in New York at age 72 — just as his electromagnetic therapy device was producing results in hospital trials.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Inventor of the Multi-Wave Oscillator, a device treating cancer with electromagnetic resonance.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Within weeks of his death, his equipment was ORDERED REMOVED from every hospital using it.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Patients were told the therapy was "no longer available." The machines simply VANISHED.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Killed while his tech was gaining credibility. Dead inventor, removed machines, silenced patients.</a:t>
            </a:r>
          </a:p>
        </p:txBody>
      </p:sp>
      <p:pic>
        <p:nvPicPr>
          <p:cNvPr id="16" name="Picture 15" descr="Georges_Lakhovsk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069" y="1100088"/>
            <a:ext cx="2735828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Gilbert N Lewis: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Gilbert N Lewis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70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 DEAD in his Berkeley lab at age 70 — near a broken line of liquid HYDROGEN CYANIDE.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Pioneering chemist who coined the word "photon" and did foundational work on thermodynamics.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Coroner ruled "coronary artery disease" — IGNORING the cyanide at the scene.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Had just lunched with his decades-long professional rival Irving Langmuir, who won the Nobel Prize Lewis deserved.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Nominated for the Nobel Prize 35 TIMES and never received it. Dead near cyanide, but officially a heart attack.</a:t>
            </a:r>
          </a:p>
        </p:txBody>
      </p:sp>
      <p:pic>
        <p:nvPicPr>
          <p:cNvPr id="16" name="Picture 15" descr="Gilbert_N_Lew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457" y="1100088"/>
            <a:ext cx="3069052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Jacob Prichard: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Jacob Prichard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34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2" y="1937976"/>
            <a:ext cx="7820727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AFRL Sensors Directorate employee who KILLED his wife, SHOT his colleague, then KILLED himself — age 34.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Three Wright-Patterson Air Force Base employees DEAD in one night — October 25, 2025.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No motive has EVER been established. AFOSI (Air Force counterintelligence) is investigating.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wife Jaymee was STRANGLED and placed in his trunk. His colleague Jaime Gustitus was SHOT 5-7 times.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Part of a cluster: NINE AFRL-connected people dead or disappeared in nine months.</a:t>
            </a:r>
          </a:p>
        </p:txBody>
      </p:sp>
      <p:pic>
        <p:nvPicPr>
          <p:cNvPr id="16" name="Picture 15" descr="Jacob_Prich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366" y="1100088"/>
            <a:ext cx="2657233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John Bedini: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John Bedini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2" y="1975347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Free energy pioneer DIED SUDDENLY at age 67 — only FOUR HOURS after his brother Gary also died.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Pioneered electromagnetic energy recovery devices for decades. None ever reached the market.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Two brothers dead on the same day, four hours apart. What are the odds?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devices demonstrated energy recovery that mainstream physics said was IMPOSSIBLE.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 lifetime of invention, and nothing made it to market. Then both brothers dead in one day.</a:t>
            </a:r>
          </a:p>
        </p:txBody>
      </p:sp>
      <p:pic>
        <p:nvPicPr>
          <p:cNvPr id="16" name="Picture 15" descr="John_Bedin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048" y="1100088"/>
            <a:ext cx="3431869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John Christie: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John Christie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237466" y="1905506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Australian co-inventor of the </a:t>
            </a:r>
            <a:r>
              <a:rPr dirty="0" err="1"/>
              <a:t>Lutec</a:t>
            </a:r>
            <a:r>
              <a:rPr dirty="0"/>
              <a:t> 1000 </a:t>
            </a:r>
            <a:r>
              <a:rPr dirty="0" err="1"/>
              <a:t>overunity</a:t>
            </a:r>
            <a:r>
              <a:rPr dirty="0"/>
              <a:t> electromagnetic device — VANISHED, then confirmed dead in 2017.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partner Lou Britz also DIED under poorly documented circumstances.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</a:t>
            </a:r>
            <a:r>
              <a:rPr dirty="0" err="1"/>
              <a:t>Lutec</a:t>
            </a:r>
            <a:r>
              <a:rPr dirty="0"/>
              <a:t> 1000 received Australian media attention in the early 2000s — then both inventors DISAPPEARED.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No mainstream obituary. No official cause of death. Just social media posts saying he "vanished then died."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Two inventors. One device. Both dead. No explanation. No product ever reached the market.</a:t>
            </a:r>
          </a:p>
        </p:txBody>
      </p:sp>
      <p:pic>
        <p:nvPicPr>
          <p:cNvPr id="16" name="Picture 15" descr="John_Christi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885" y="1100088"/>
            <a:ext cx="4830195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John Hutchison: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John Hutchison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269568" y="185092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Canadian inventor whose lab was SEIZED by the government on direct orders from PRIME MINISTER Brian Mulroney.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A Supreme Court judge ordered his equipment RETURNED — the government KEPT IT ANYWAY.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lab contained Tesla equipment replications and was the site of the "Hutchison Effect" — levitation and metal fusion.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U.S. military officials including Lt. Col. John Alexander visited his lab. Then the government TOOK everything.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SEIZED in 1990. Court ordered return. Government DEFIED the court. Evicted again in 2010. Still alive and still suppressed.</a:t>
            </a:r>
          </a:p>
        </p:txBody>
      </p:sp>
      <p:pic>
        <p:nvPicPr>
          <p:cNvPr id="16" name="Picture 15" descr="John_Hutch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91" y="1525362"/>
            <a:ext cx="5387784" cy="30343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John Kanzius: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John Kanzius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Discovered that radio frequency waves could split hydrogen from SALT WATER — a potential game-changer.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64 of pneumonia from leukemia treatment — not murdered, but his research STALLED after his death.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No institution continued his work. The technology DIED with the inventor.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proved you could burn salt water with radio waves. The science was real. The follow-up never came.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Not every suppression requires a bullet. Sometimes they just let the research DIE of neglect.</a:t>
            </a:r>
          </a:p>
        </p:txBody>
      </p:sp>
      <p:pic>
        <p:nvPicPr>
          <p:cNvPr id="16" name="Picture 15" descr="John_Kanziu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242" y="1100088"/>
            <a:ext cx="4337482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John Searl: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John Searl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British inventor of the Searl Effect Generator — a claimed free-energy and anti-gravity device. DECADES of suppression.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home was hit by ARSON. His equipment was SEIZED. He was IMPRISONED. His wife left him. Financial ruin.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Spent his life fighting for a technology the establishment refused to acknowledge.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of pneumonia at age 86 in San Diego County — broke and far from home.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Arson, seizure, prison, poverty, death. The full suppression playbook, applied over a lifetime.</a:t>
            </a:r>
          </a:p>
        </p:txBody>
      </p:sp>
      <p:pic>
        <p:nvPicPr>
          <p:cNvPr id="16" name="Picture 15" descr="John_Sear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216" y="1100088"/>
            <a:ext cx="2675534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Karen Silkwood: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Karen Silkwood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28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237467" y="1937976"/>
            <a:ext cx="7713527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KILLED in a car crash at age 28 while driving to meet a New York Times journalist with nuclear safety documents.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Dents and scrape marks on her bumper — she was FORCED OFF THE ROAD by another vehicle.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documents she was carrying about missing PLUTONIUM and safety violations were NEVER FOUND.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She had been deliberately CONTAMINATED with plutonium in the days before her death.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Her family sued Kerr-McGee and settled for $1.38 million. The company never admitted a thing.</a:t>
            </a:r>
          </a:p>
        </p:txBody>
      </p:sp>
      <p:pic>
        <p:nvPicPr>
          <p:cNvPr id="16" name="Picture 15" descr="Karen_Silkwo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149" y="1100088"/>
            <a:ext cx="2819668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Ken Shoulders: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Ken Shoulders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283856" y="1867260"/>
            <a:ext cx="7656422" cy="34778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The "father of vacuum microelectronics" — discovered charge clusters that implied revolutionary energy generation.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Richard Feynman initially DISMISSED his findings, then admitted Shoulders was CORRECT.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Worked under CIA contract and deliberately SELF-CENSORED, knowing his discoveries would be suppressed.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Offered his research to dozens of companies and government agencies including the VP's office. NOBODY was interested.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Died at 86 of natural causes. The suppression wasn't violent — it was total institutional SILENCE.</a:t>
            </a:r>
          </a:p>
        </p:txBody>
      </p:sp>
      <p:pic>
        <p:nvPicPr>
          <p:cNvPr id="16" name="Picture 15" descr="Ken_Should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471" y="1100088"/>
            <a:ext cx="2665024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8592252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Lester Hendershot: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15671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967173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269567" y="1888470"/>
            <a:ext cx="8731557" cy="3200876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Invented a "</a:t>
            </a:r>
            <a:r>
              <a:rPr dirty="0" err="1"/>
              <a:t>fuelless</a:t>
            </a:r>
            <a:r>
              <a:rPr dirty="0"/>
              <a:t> motor" that drew power from Earth's magnetic field — made FRONT-PAGE headlines in 1928.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Found DEAD of carbon monoxide poisoning in his car.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His son Mark also died of carbon monoxide in his car — TEN YEARS APART. Father and son, same method.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Was paid $25,000 to STOP building generators. Attracted attention from Lindbergh and the U.S. military.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dirty="0"/>
              <a:t>Shocked by his own device in 1928 — 2,000 volts, temporarily paralyzed. Vocal cords reportedly severed.</a:t>
            </a:r>
          </a:p>
        </p:txBody>
      </p:sp>
      <p:pic>
        <p:nvPicPr>
          <p:cNvPr id="16" name="Picture 15" descr="Lester_Hendersh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471" y="1320648"/>
            <a:ext cx="2595097" cy="3884876"/>
          </a:xfrm>
          <a:prstGeom prst="rect">
            <a:avLst/>
          </a:prstGeom>
        </p:spPr>
      </p:pic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6675834" y="5178791"/>
            <a:ext cx="5380724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Lester Hendershot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Mark McCandlish: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Mark McCandlish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65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Aerospace illustrator SHOT in the head at age 65 — ruled SUICIDE with his own 9mm SIG Sauer P226.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Had offered to testify before the Senate Intelligence Committee about the Alien Reproduction Vehicle.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Described electrogravitic propulsion technology — zero-point energy harnessed for craft propulsion.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testimony would have connected classified energy tech to UAP reverse-engineering programs.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Offer to testify before the Senate about antigravity craft, then a bullet to the head. Ruled suicide.</a:t>
            </a:r>
          </a:p>
        </p:txBody>
      </p:sp>
      <p:pic>
        <p:nvPicPr>
          <p:cNvPr id="16" name="Picture 15" descr="Mark_McCandli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69" y="1100088"/>
            <a:ext cx="2873428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Morris Jessup: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Morris Jessup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59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 DEAD of carbon monoxide poisoning at age 59 — hose from exhaust to car window.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night before, he called a friend in HIGH SPIRITS about a breakthrough in his antigravity research.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arranged a lunch meeting for the next day. He never made it — found dead that afternoon.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Office of Naval Research had his annotated book on antigravity technology REPRINTED by a military contractor.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 high spirits about a breakthrough one night, dead of CO poisoning the next afternoon. Classic pattern.</a:t>
            </a:r>
          </a:p>
        </p:txBody>
      </p:sp>
      <p:pic>
        <p:nvPicPr>
          <p:cNvPr id="16" name="Picture 15" descr="Morris_Jess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733" y="1100088"/>
            <a:ext cx="3726499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Nathan Stubblefield: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Nathan Stubblefield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Earth battery inventor found DEAD ALONE in his shack — STARVED to death, body gnawed by his starving cat.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Business partners DEFRAUDED him of 500,000 shares of stock. Competitors stole credit for his wireless telephone.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destroyed his remaining prototypes so nobody else could PROFIT from them.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earth battery drew electrical power directly from the GROUND — technology that died with him in 1928.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Not assassinated — financially destroyed over decades until he starved to death in isolation at 67.</a:t>
            </a:r>
          </a:p>
        </p:txBody>
      </p:sp>
      <p:pic>
        <p:nvPicPr>
          <p:cNvPr id="16" name="Picture 15" descr="Nathan_Stubblefie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996" y="1100088"/>
            <a:ext cx="3037973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Nikola Tesla: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Nikola Tesla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FBI SEIZED his papers within hours of his death at age 86 — under the Office of Alien Property.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was a naturalized U.S. citizen since 1891. The "Alien Property" claim was a legal FICTION to grab his work.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papers were reviewed by MIT's John G. Trump — who declared nothing of significance. Many papers remain UNACCOUNTED FOR.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Tesla claimed breakthroughs in wireless power, particle beam weapons, and directed energy — technologies worth TRILLIONS.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Pioneer of AC power, wireless energy, and death rays. Died alone in a hotel room. His work SEIZED by the government he served.</a:t>
            </a:r>
          </a:p>
        </p:txBody>
      </p:sp>
      <p:pic>
        <p:nvPicPr>
          <p:cNvPr id="16" name="Picture 15" descr="Nikola_Tesl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075" y="1100088"/>
            <a:ext cx="2975815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Ning Li: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Ning Li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Published groundbreaking anti-gravity research, received DOD funding, got TOP SECRET clearance — then VANISHED for 17 years.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Chinese-American physicist at the University of Alabama in Huntsville — the center of U.S. antigravity research.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Suffered brain damage in a 2014 traffic accident and died of ALZHEIMER'S in 2021 at age 78.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Her company AC Gravity received $448,970 in DOD contracts and then went completely DARK.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most promising antigravity physicist in America — classified, silenced, brain-damaged, dead.</a:t>
            </a:r>
          </a:p>
        </p:txBody>
      </p:sp>
      <p:pic>
        <p:nvPicPr>
          <p:cNvPr id="16" name="Picture 15" descr="Ning_L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616" y="1100088"/>
            <a:ext cx="2860733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Nuno Loureiro: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Nuno Loureiro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MIT plasma physicist and fusion center director SHOT DEAD outside his apartment in Brookline, MA — age 47.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Portuguese-born professor, one of the world's leading plasma physicists. Director of MIT's Plasma Science and Fusion Center.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KILLED in December 2025 — part of a cluster of scientist deaths in the same period.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work on plasma physics sits at the heart of fusion energy — the technology that replaces ALL fossil fuels.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 world-class fusion scientist shot dead outside his home. The future of energy, MURDERED on a sidewalk.</a:t>
            </a:r>
          </a:p>
        </p:txBody>
      </p:sp>
      <p:pic>
        <p:nvPicPr>
          <p:cNvPr id="16" name="Picture 15" descr="Nuno_Lourei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066" y="1100088"/>
            <a:ext cx="5179834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Otis T Carr: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Otis T Carr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77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Protege of Nikola Tesla who claimed to have built an ANTIGRAVITY spacecraft — the OTC-X1.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ARRESTED on fraud charges just before a scheduled public demonstration. The demo was sabotaged.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was suddenly "hospitalized" with a mysterious illness right before the demonstration.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Convicted, IMPRISONED, equipment confiscated. The FBI maintained a file on him.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PENNILESS in a Pittsburgh slum. From Tesla's protege to total destruction.</a:t>
            </a:r>
          </a:p>
        </p:txBody>
      </p:sp>
      <p:pic>
        <p:nvPicPr>
          <p:cNvPr id="16" name="Picture 15" descr="Otis_T_Car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545" y="1100088"/>
            <a:ext cx="3884876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Paramahamsa Tewari: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Paramahamsa Tewari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80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Retired Executive Director of Nuclear Projects for India — one of the most senior nuclear officials in the country.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Built the Tewari Reactionless Generator claiming over 250% EFFICIENCY — extracting energy from space itself.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India reportedly PERMITTED development despite alleged THREATS from the UK, US, and Saudi Arabia.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work received commendation from Nobel Laureates early in his career.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80 of natural causes. One of the few who had a government BACKING him instead of hunting him.</a:t>
            </a:r>
          </a:p>
        </p:txBody>
      </p:sp>
      <p:pic>
        <p:nvPicPr>
          <p:cNvPr id="16" name="Picture 15" descr="Paramahamsa_Tewar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550" y="1100088"/>
            <a:ext cx="2602866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Paul Bennewitz: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Paul Bennewitz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75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Electrical engineer DELIBERATELY DRIVEN TO A MENTAL BREAKDOWN by a coordinated Air Force disinformation campaign.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intercepted classified military signals near Kirtland AFB — so they DESTROYED HIS MIND instead of briefing him.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Built precision instruments for NASA and the military through his company Thunder Scientific Corporation.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AFOSI agent William Moore publicly CONFESSED to participating in the operation at a 1989 MUFON conference.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They didn't kill him. They made him crazy. A documented, confessed psychological operation against a U.S. civilian.</a:t>
            </a:r>
          </a:p>
        </p:txBody>
      </p:sp>
      <p:pic>
        <p:nvPicPr>
          <p:cNvPr id="16" name="Picture 15" descr="Paul_Bennewit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545" y="1100088"/>
            <a:ext cx="3884876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Paul Brown: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Paul Brown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Inventor of the Nucell resonant nuclear battery — KILLED in an automobile accident in Boise, Idaho.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device converted nuclear decay directly into AC electricity without radioactive waste. Designed to last 25 YEARS.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Before his death: home ROBBED three times, VANDALIZED four times, twice falsely accused of drug manufacturing, mother's car PIPE-BOMBED.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 1991 he wrote a public letter saying he was being "PERSECUTED" and appealing for awareness.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Robbed, vandalized, framed, bombed, then dead in a car "accident." That's not bad luck — that's a campaign.</a:t>
            </a:r>
          </a:p>
        </p:txBody>
      </p:sp>
      <p:pic>
        <p:nvPicPr>
          <p:cNvPr id="16" name="Picture 15" descr="Paul_Bro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024" y="1100088"/>
            <a:ext cx="3173918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Paul Vigay: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Paul Vigay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44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British computer scientist and UFO researcher found DROWNED off the coast of Portsmouth at age 44.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coroner called his death "A MYSTERY" — no suicide note, no clear reason to enter the water.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work involved electromagnetic field analysis and advanced propulsion physics.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Open verdict. A 44-year-old researcher doesn't just walk into the sea for no reason.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Found drowned with no explanation. The coroner's own word: MYSTERY.</a:t>
            </a:r>
          </a:p>
        </p:txBody>
      </p:sp>
      <p:pic>
        <p:nvPicPr>
          <p:cNvPr id="16" name="Picture 15" descr="Paul_Vig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979" y="1100088"/>
            <a:ext cx="4818007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Philo Farnsworth: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Philo Farnsworth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64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Invented electronic TELEVISION at age 21 — then built the first device to produce nuclear fusion reactions.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fusion research was DEFUNDED by ITT under pressure from Wall Street in 1966-1967.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Farnsworth fusor remains the FIRST device to achieve confirmed nuclear fusion — yet never developed for energy.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of pneumonia at 64 after years of alcoholism and a nervous breakdown caused by corporate suppression.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Gave the world television, then had his fusion breakthrough KILLED by corporate bean counters.</a:t>
            </a:r>
          </a:p>
        </p:txBody>
      </p:sp>
      <p:pic>
        <p:nvPicPr>
          <p:cNvPr id="16" name="Picture 15" descr="Philo_Farnswor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217" y="1100088"/>
            <a:ext cx="5145531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Royal Rife: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Royal Rife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Invented electromagnetic frequency devices for destroying pathogens — the AMA DESTROYED him.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lab was RAIDED. His equipment was DESTROYED. His business partner was IMPRISONED for 3 years.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Physicians who used his devices were threatened with LICENSE REVOCATION by the AMA.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Driven to alcoholism and exile. Died at 83 of a heart attack complicated by Valium and alcohol overdose.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AMA systematically bankrupted, raided, and crushed him. One of the most documented suppression cases in history.</a:t>
            </a:r>
          </a:p>
        </p:txBody>
      </p:sp>
      <p:pic>
        <p:nvPicPr>
          <p:cNvPr id="16" name="Picture 15" descr="Royal_Rif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415" y="1100088"/>
            <a:ext cx="3561136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Rudolf Diesel: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Rudolf Diesel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55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VANISHED from the SS Dresden crossing the English Channel at age 55. Body found days later in the North Sea.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was heading to meet the British Royal Navy about powering submarines with his diesel engine.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cabin bed was unslept in. His hat and coat were folded neatly under the deck railing.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Bank accounts nearly empty. He gave his wife 20,000 marks in cash before departing — as if he knew.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Theories: German intel killed him to stop the British deal. Oil interests killed him to protect petroleum. In 1913.</a:t>
            </a:r>
          </a:p>
        </p:txBody>
      </p:sp>
      <p:pic>
        <p:nvPicPr>
          <p:cNvPr id="16" name="Picture 15" descr="Rudolf_Dies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154" y="1100088"/>
            <a:ext cx="2913657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Stefan Marinov: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Stefan Marinov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66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Bulgarian physicist FELL from a university staircase in Graz, Austria at age 66 —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Russian physicist Lev Sapogin claimed Marinov "was THROWN out of the window by unknown people."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Despite leaving letters requesting people be notified, police DID NOT act on the requests.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son — Deputy Minister of Industry of Bulgaria — was not informed for at least TWO WEEKS.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No news release about his death. Researching unconventional electromagnetic energy. Fell from a building.</a:t>
            </a:r>
          </a:p>
        </p:txBody>
      </p:sp>
      <p:pic>
        <p:nvPicPr>
          <p:cNvPr id="16" name="Picture 15" descr="Stefan_Marino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91" y="1232567"/>
            <a:ext cx="5387784" cy="361991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Thomas Bearden: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Thomas Bearden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91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Retired Army Lt. Colonel who invented the Motionless Electromagnetic Generator — US Patent 6,362,718.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Spent DECADES advocating for zero-point energy extraction and scalar electromagnetics.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Collaborated with John Bedini for over 20 years on free energy research.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MEG had NO moving parts and allegedly extracted energy from the quantum vacuum.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91 after a lengthy illness in Huntsville, Alabama. A lifetime of advocacy, zero commercialization.</a:t>
            </a:r>
          </a:p>
        </p:txBody>
      </p:sp>
      <p:pic>
        <p:nvPicPr>
          <p:cNvPr id="16" name="Picture 15" descr="Thomas_Beard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883" y="1100088"/>
            <a:ext cx="291220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Thomas Henry Moray: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Thomas Henry Moray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81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SHOT AT multiple times. Took a bullet to the LEG in one attack. His lab was RANSACKED.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Invented the "Moray Valve" — a device that extracted usable electricity from "radiant energy" with no power source.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own assistant Felix Frazer DESTROYED the device with an AX during a lab confrontation in 1941.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Soviet agents reportedly approached him seeking to acquire the technology.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Shot, wounded, ransacked, and then his own assistant smashed it. Died at 81 — the technology died decades earlier.</a:t>
            </a:r>
          </a:p>
        </p:txBody>
      </p:sp>
      <p:pic>
        <p:nvPicPr>
          <p:cNvPr id="16" name="Picture 15" descr="Thomas_Henry_Mor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91" y="1370455"/>
            <a:ext cx="5387784" cy="334414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Tom Ogle: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Tom Ogle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28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Demonstrated 100+ MPG on live TV by driving 200 miles on 2 gallons — then SHOT outside a bar at ~24.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Told his attorney people were DRUGGING his drinks. Found dead of a Darvon and alcohol OVERDOSE. Ruled suicide.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fuel vapor system attracted national attention and investor interest in El Paso, Texas.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SEC hit his business partners with an injunction. Then he was shot. Then he was drugged. Then he was DEAD.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Demonstrated it on national TV. Shot. Drugged. Dead at 24. Ruled "suicide." The playbook in action.</a:t>
            </a:r>
          </a:p>
        </p:txBody>
      </p:sp>
      <p:pic>
        <p:nvPicPr>
          <p:cNvPr id="16" name="Picture 15" descr="Tom_Og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5293" y="1100088"/>
            <a:ext cx="303138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Trevor Constable: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Trevor Constable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90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Orgone weather engineer who demonstrated etheric weather modification on ships for DECADES.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Built on Wilhelm Reich's work — developed devices that could demonstrably alter weather patterns at sea.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military OBSERVED his demonstrations but never acknowledged the technology.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Spent his career on merchant marine vessels, proving it worked in the real world.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at 90 of natural causes. A lifetime proving orgone weather engineering works — officially ignored.</a:t>
            </a:r>
          </a:p>
        </p:txBody>
      </p:sp>
      <p:pic>
        <p:nvPicPr>
          <p:cNvPr id="16" name="Picture 15" descr="Trevor_Constab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380" y="1100088"/>
            <a:ext cx="2559206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Viktor Schauberger: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Viktor Schauberger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73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Austrian inventor of "implosion" vortex energy technology — brought to the U.S. and COERCED into signing away all rights.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Held for THREE MONTHS in America. Forced to sign documents forbidding him from continuing his research.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All his documents and models were CONFISCATED.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FIVE DAYS after returning to Austria. His son described him as "a very disillusioned man."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They took everything — his technology, his documents, his rights. He died five days later of a broken heart.</a:t>
            </a:r>
          </a:p>
        </p:txBody>
      </p:sp>
      <p:pic>
        <p:nvPicPr>
          <p:cNvPr id="16" name="Picture 15" descr="Viktor_Schauberg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91" y="1358843"/>
            <a:ext cx="5387784" cy="336736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Wilbert Smith: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Wilbert Smith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52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Canadian government engineer who ran Project Magnet — Canada's official magnetic energy/propulsion program.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Died of cancer at age 52 after instructing his wife to HIDE all his research files.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Within DAYS of his death, intelligence representatives from THREE nations approached his wife seeking the files.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knew they'd come for his research. His deathbed instruction was: HIDE EVERYTHING.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When three countries' spies show up at your widow's door, you were working on something REAL.</a:t>
            </a:r>
          </a:p>
        </p:txBody>
      </p:sp>
      <p:pic>
        <p:nvPicPr>
          <p:cNvPr id="16" name="Picture 15" descr="Wilbert_Smi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593" y="1100088"/>
            <a:ext cx="488478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Wilhelm Reich: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Wilhelm Reich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60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 FDA BURNED SIX TONS of his books — the only government-sanctioned book burning in U.S. history.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Developed orgone energy accumulators. The government didn't just ban the devices — they banned the WORD "orgone" in print.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IMPRISONED for contempt of court. Died of heart failure in federal prison at age 60.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 died ONE DAY before he was eligible to apply for parole. One single day.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They burned his books, banned his words, locked him up, and he died the day before freedom. In America.</a:t>
            </a:r>
          </a:p>
        </p:txBody>
      </p:sp>
      <p:pic>
        <p:nvPicPr>
          <p:cNvPr id="16" name="Picture 15" descr="Wilhelm_Rei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003" y="1100088"/>
            <a:ext cx="2597960" cy="388487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William Neil McCasland: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William Neil McCasland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Former commander of the entire Air Force Research Laboratory — VANISHED from his Albuquerque home on February 27, 2026.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Executive secretary of the Special Access Program Oversight Committee — he knew EVERY SAP in the Department of Defense.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Named in WikiLeaks Podesta emails coordinating UAP disclosure with the Clinton campaign.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Left behind his phone, glasses, and wearable devices. FBI is searching.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Eight months earlier, the inventor of the superalloy HIS BUDGET funded also VANISHED. Two gone.</a:t>
            </a:r>
          </a:p>
        </p:txBody>
      </p:sp>
      <p:pic>
        <p:nvPicPr>
          <p:cNvPr id="16" name="Picture 15" descr="William_Neil_McCasla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091" y="1246598"/>
            <a:ext cx="5387784" cy="359185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478240E-251B-5BA6-3C45-7E6620400769}"/>
              </a:ext>
            </a:extLst>
          </p:cNvPr>
          <p:cNvSpPr txBox="1"/>
          <p:nvPr/>
        </p:nvSpPr>
        <p:spPr>
          <a:xfrm>
            <a:off x="312432" y="1288262"/>
            <a:ext cx="6494294" cy="58477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Why / How they Yull Brown:</a:t>
            </a:r>
          </a:p>
        </p:txBody>
      </p:sp>
      <p:sp>
        <p:nvSpPr>
          <p:cNvPr id="3" name="Google Shape;170;p31">
            <a:extLst>
              <a:ext uri="{FF2B5EF4-FFF2-40B4-BE49-F238E27FC236}">
                <a16:creationId xmlns:a16="http://schemas.microsoft.com/office/drawing/2014/main" id="{A4695FE5-0AA5-AB05-98B1-B5B8E3FA8CBE}"/>
              </a:ext>
            </a:extLst>
          </p:cNvPr>
          <p:cNvSpPr/>
          <p:nvPr/>
        </p:nvSpPr>
        <p:spPr>
          <a:xfrm>
            <a:off x="191731" y="5732890"/>
            <a:ext cx="3431270" cy="496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Read List Here: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170;p31">
            <a:extLst>
              <a:ext uri="{FF2B5EF4-FFF2-40B4-BE49-F238E27FC236}">
                <a16:creationId xmlns:a16="http://schemas.microsoft.com/office/drawing/2014/main" id="{98132413-6ED2-8B36-74B6-3C503B1A4634}"/>
              </a:ext>
            </a:extLst>
          </p:cNvPr>
          <p:cNvSpPr/>
          <p:nvPr/>
        </p:nvSpPr>
        <p:spPr>
          <a:xfrm>
            <a:off x="0" y="-31518"/>
            <a:ext cx="12192000" cy="113160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 60+ Murdered: Energy Inventors Silenced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7621F-9D36-7894-7117-9F831EF5EFA6}"/>
              </a:ext>
            </a:extLst>
          </p:cNvPr>
          <p:cNvSpPr txBox="1"/>
          <p:nvPr/>
        </p:nvSpPr>
        <p:spPr>
          <a:xfrm>
            <a:off x="107300" y="6229650"/>
            <a:ext cx="11685989" cy="461665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https://uapmurders.com/energy</a:t>
            </a:r>
          </a:p>
        </p:txBody>
      </p:sp>
      <p:sp>
        <p:nvSpPr>
          <p:cNvPr id="7" name="Google Shape;170;p31">
            <a:extLst>
              <a:ext uri="{FF2B5EF4-FFF2-40B4-BE49-F238E27FC236}">
                <a16:creationId xmlns:a16="http://schemas.microsoft.com/office/drawing/2014/main" id="{4B582382-76AA-B49E-C611-39A37CE591B9}"/>
              </a:ext>
            </a:extLst>
          </p:cNvPr>
          <p:cNvSpPr/>
          <p:nvPr/>
        </p:nvSpPr>
        <p:spPr>
          <a:xfrm>
            <a:off x="7506336" y="4925186"/>
            <a:ext cx="4550222" cy="8695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4800" dirty="0">
                <a:solidFill>
                  <a:schemeClr val="lt1"/>
                </a:solidFill>
              </a:rPr>
              <a:t>Yull Brown</a:t>
            </a:r>
            <a:endParaRPr sz="3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70;p31">
            <a:extLst>
              <a:ext uri="{FF2B5EF4-FFF2-40B4-BE49-F238E27FC236}">
                <a16:creationId xmlns:a16="http://schemas.microsoft.com/office/drawing/2014/main" id="{D328ABDE-E232-3EB7-C3F2-B4BB7B64262F}"/>
              </a:ext>
            </a:extLst>
          </p:cNvPr>
          <p:cNvSpPr/>
          <p:nvPr/>
        </p:nvSpPr>
        <p:spPr>
          <a:xfrm>
            <a:off x="7526107" y="5681420"/>
            <a:ext cx="4550222" cy="54823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3600" dirty="0">
                <a:solidFill>
                  <a:schemeClr val="lt1"/>
                </a:solidFill>
              </a:rPr>
              <a:t>Dead at Age 75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A0D8B2-6B55-D3DC-BCBB-6FEAD86B9E72}"/>
              </a:ext>
            </a:extLst>
          </p:cNvPr>
          <p:cNvSpPr txBox="1"/>
          <p:nvPr/>
        </p:nvSpPr>
        <p:spPr>
          <a:xfrm>
            <a:off x="312431" y="2175372"/>
            <a:ext cx="6987941" cy="3046988"/>
          </a:xfrm>
          <a:prstGeom prst="rect">
            <a:avLst/>
          </a:prstGeom>
          <a:solidFill>
            <a:schemeClr val="bg1">
              <a:alpha val="844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Invented "Brown's Gas" (HHO) — a water-derived fuel that could cut through metals and neutralize RADIOACTIVE WASTE.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Declared an "ENEMY OF THE STATE" in Bulgaria. Fled to Australia.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Held valuable patents. Demonstrated his technology publicly. Died PENNILESS at 75.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His gas could neutralize radioactive waste — a multi-TRILLION dollar problem solved.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t>Enemy of the state, patents in hand, technology proven, died broke. The full suppression arc.</a:t>
            </a:r>
          </a:p>
        </p:txBody>
      </p:sp>
      <p:pic>
        <p:nvPicPr>
          <p:cNvPr id="16" name="Picture 15" descr="Yull_Brow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201" y="1100088"/>
            <a:ext cx="4917564" cy="38848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6139</Words>
  <Application>Microsoft Macintosh PowerPoint</Application>
  <PresentationFormat>Widescreen</PresentationFormat>
  <Paragraphs>545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Starbuck</dc:creator>
  <cp:lastModifiedBy>Bryan Starbuck</cp:lastModifiedBy>
  <cp:revision>48</cp:revision>
  <dcterms:created xsi:type="dcterms:W3CDTF">2026-02-13T11:27:00Z</dcterms:created>
  <dcterms:modified xsi:type="dcterms:W3CDTF">2026-03-30T17:51:29Z</dcterms:modified>
</cp:coreProperties>
</file>