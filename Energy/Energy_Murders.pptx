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3" r:id="rId2"/>
    <p:sldId id="321" r:id="rId3"/>
    <p:sldId id="272" r:id="rId4"/>
    <p:sldId id="304" r:id="rId5"/>
    <p:sldId id="280" r:id="rId6"/>
    <p:sldId id="274" r:id="rId7"/>
    <p:sldId id="276" r:id="rId8"/>
    <p:sldId id="278" r:id="rId9"/>
    <p:sldId id="316" r:id="rId10"/>
    <p:sldId id="282" r:id="rId11"/>
    <p:sldId id="277" r:id="rId12"/>
    <p:sldId id="299" r:id="rId13"/>
    <p:sldId id="279" r:id="rId14"/>
    <p:sldId id="283" r:id="rId15"/>
    <p:sldId id="281" r:id="rId16"/>
    <p:sldId id="275" r:id="rId17"/>
    <p:sldId id="308" r:id="rId18"/>
    <p:sldId id="288" r:id="rId19"/>
    <p:sldId id="287" r:id="rId20"/>
    <p:sldId id="285" r:id="rId21"/>
    <p:sldId id="289" r:id="rId22"/>
    <p:sldId id="290" r:id="rId23"/>
    <p:sldId id="291" r:id="rId24"/>
    <p:sldId id="292" r:id="rId25"/>
    <p:sldId id="296" r:id="rId26"/>
    <p:sldId id="298" r:id="rId27"/>
    <p:sldId id="300" r:id="rId28"/>
    <p:sldId id="301" r:id="rId29"/>
    <p:sldId id="302" r:id="rId30"/>
    <p:sldId id="303" r:id="rId31"/>
    <p:sldId id="315" r:id="rId32"/>
    <p:sldId id="295" r:id="rId33"/>
    <p:sldId id="294" r:id="rId34"/>
    <p:sldId id="309" r:id="rId35"/>
    <p:sldId id="310" r:id="rId36"/>
    <p:sldId id="311" r:id="rId37"/>
    <p:sldId id="312" r:id="rId38"/>
    <p:sldId id="313" r:id="rId39"/>
    <p:sldId id="314" r:id="rId40"/>
    <p:sldId id="318" r:id="rId41"/>
    <p:sldId id="307" r:id="rId42"/>
    <p:sldId id="319" r:id="rId43"/>
    <p:sldId id="293" r:id="rId44"/>
    <p:sldId id="297" r:id="rId45"/>
    <p:sldId id="320" r:id="rId46"/>
    <p:sldId id="322" r:id="rId47"/>
    <p:sldId id="305" r:id="rId48"/>
    <p:sldId id="306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041"/>
    <p:restoredTop sz="98824"/>
  </p:normalViewPr>
  <p:slideViewPr>
    <p:cSldViewPr snapToGrid="0">
      <p:cViewPr varScale="1">
        <p:scale>
          <a:sx n="309" d="100"/>
          <a:sy n="309" d="100"/>
        </p:scale>
        <p:origin x="200" y="10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622CD-B4DC-D0F2-6403-69813212C2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7A3311-815E-53F9-EBCB-A70F7F0E35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8F88A-1C7B-0F5D-C113-2505D67ED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DA091-7266-59EA-6092-74DFF11D0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ACCCE-7C59-7C10-A5E3-3884268C2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1172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F1E3D-7EC3-1B32-2CDA-F87DEA9AB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6BF45-02EC-3D87-951C-98C5A9756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B6E84-2348-AC62-515C-6EF0F8061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16967A-7E40-DC14-D41A-B0AD8E4D3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1DD9BF-8221-4B08-C2C0-BC1FB17AB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476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F6DEF-F09A-7B59-0105-922F9718E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158BF3-49BA-8B64-4A16-754E19B50F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ED5A1-4F53-A752-01EA-E1A440FA0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4DE6C-1ACB-0CBD-2D28-3B7C8EEA3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98334-1363-D93F-0C7C-1E8B8C3D7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307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5F4BE-8BF4-7051-5205-9F2E1DF26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5B6F0-9259-6E4B-BD05-3FCA2360F8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BE62DC-2735-440A-8929-08844E370C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A616B0-0073-BED2-CC83-19C9C09BD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414C63-2D9B-97D2-E53A-A893F9ACD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E0DE18-BD84-468F-E18B-D15951744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756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002C9-D727-6123-8450-09F64BCFE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1AEC67-7951-11B9-ED04-43CB5D04F3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51B9B3-F9BB-543F-5943-63986C9C0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43766-DD60-B5A8-2C84-81D7AA71F9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4E7B61-31DA-BAAD-4B3A-26D10DDE49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84003F-D89A-8F24-BDE1-C45D350E4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108629-F5CD-FC65-C958-63A60FE49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CEAF09-909C-3104-C61E-DE10DA0FC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180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94235-1093-EE67-B6E6-CFCB8F7A0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E5959F-28A0-07CB-5C74-2F4731DFA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D5A0AC-3564-8121-2642-5A43B03DE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93C0F1-81B5-D94C-51A7-914292998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316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FBE2BB-8EA7-E86E-2D56-E686BFC01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4FB878-612B-2082-446F-210A572D1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D3A47-2674-14A6-9172-5D8D9C26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20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D6723-1313-ABFA-BE2B-177C63AB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B0BCB-0796-5CFD-A09F-24EA93BEB4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105C70-BADE-F9A7-5FA3-B22493DFCF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E22E40-C7F3-C94D-C449-A23B2FFF4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A8BA8B-3690-D914-CD33-155971194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D87DC-66EE-CE10-00AC-925790225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983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AA33-939E-7047-DA45-E61008106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8BF70B-BCA8-4567-FBB8-E1E4EE2453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579E0A-3A9A-537B-2D75-42CC3C5B7D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33C6F-4A39-85C1-3CEF-AEFA529FB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3A1F68-C48F-E912-1A7E-A57C36819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7BBA21-BD1F-FDF5-B754-9AD62AB28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2281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BF493-938D-3D30-ED41-1F25386CB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C83440-EB61-D177-718D-B10F13FCA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3B7BF-E7FB-CBDF-076A-EA2A772B4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923252-89DC-D082-EC1E-4FE9358CE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963BB7-D067-B624-1639-05057F2A9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249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5F5C93-17AF-E420-81D7-D3D3638BD0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0DF6E8-AC8A-B902-1CBC-6BA7B919B3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A9B5B1-A97B-92FE-93A7-600EA4FB6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875582-DC49-5181-7C53-7DEF7D4A5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6DD04B-D05F-64BF-14AB-8964C6C75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5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C661DF-436F-E551-B5D5-3C7A748A3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D74914-DBDF-FE8A-A40C-0CC97E674A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687E7-BFE7-003C-7ADD-63B95BA406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418254-A4B4-E257-C7B0-98E8E77C2C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4145E-4C3E-E255-9D7F-1DAD2DDD3D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471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The Silenced Spark: Dr. Amy Eskridge's Final Stand Against the Gravity of  Secrets | by Thumars | Medium">
            <a:extLst>
              <a:ext uri="{FF2B5EF4-FFF2-40B4-BE49-F238E27FC236}">
                <a16:creationId xmlns:a16="http://schemas.microsoft.com/office/drawing/2014/main" id="{74010A20-1982-0458-A15A-B9668F803F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3985" y="1096340"/>
            <a:ext cx="4668179" cy="3828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Amy Eskridge: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Amy Eskridge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58782" y="1867260"/>
            <a:ext cx="7681074" cy="4462760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Anti-gravity researcher found DEAD of a gunshot wound at age 34 in Huntsville, Alabama —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Co-founded the Institute for Exotic Science. Her father was a NASA plasma fusion engineer at Redstone Arsenal.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She WARNED publicly about "men in black" forces that come for anyone cracking the veil too wide.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retired UK intelligence officer alleged she was MURDERED with directed energy weapons by a private aerospace company.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Body RAPIDLY CREMATED. No autopsy details released. No police reports. Someone who spoke with her 4 hours before does NOT believe it was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Her institute CEASED operations after her death. The research died with her.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William_Neil_McCasla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246598"/>
            <a:ext cx="5387784" cy="35918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288262"/>
            <a:ext cx="7744782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William Neil McCasland: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1434391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William Neil McCasland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05506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Former commander of the entire Air Force Research Laboratory — VANISHED from his Albuquerque home on February 27, 2026.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Executive secretary of the Special Access Program Oversight Committee — he knew EVERY SAP in the Department of Defense.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Named in WikiLeaks Podesta emails coordinating UAP disclosure with the Clinton campaign.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Left behind his phone, glasses, and wearable devices. FBI is searching.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Eight months earlier, the inventor of the superalloy HIS BUDGET funded also VANISHED. Two gone.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aron_Salter_J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647090"/>
            <a:ext cx="5387784" cy="279087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Aaron Salter Jr: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Aaron Salter Jr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25933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SHOT and KILLED at age 55 while working as a security guard at a Buffalo, NY supermarket.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Retired Buffalo police officer who had demonstrated a WATER-POWERED CAR on local TV just two months before the shooting.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one of 10 victims in the Tops supermarket mass shooting — but he's the only one who had just gone public with free energy tech.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Confronted the gunman and FIRED BACK, hitting his body armor — died a hero trying to protect shoppers.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Same pattern as Stanley Meyer — go public with water-car tech, end up DEAD.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Nuno_Lourei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1066" y="1100088"/>
            <a:ext cx="5179834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Nuno Loureiro: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Nuno Loureiro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90001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MIT plasma physicist and fusion center director SHOT DEAD outside his apartment in Brookline, MA — age 47.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Portuguese-born professor, one of the world's leading plasma physicists. Director of MIT's Plasma Science and Fusion Center.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KILLED in December 2025 — part of a cluster of scientist deaths in the same period.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work on plasma physics sits at the heart of fusion energy — the technology that replaces ALL fossil fuels.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world-class fusion scientist shot dead outside his home. The future of energy, MURDERED on a sidewalk.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The deepening mystery of Caltech astrophysicist killed on the porch of his  remote desert compound - Los Angeles Times">
            <a:extLst>
              <a:ext uri="{FF2B5EF4-FFF2-40B4-BE49-F238E27FC236}">
                <a16:creationId xmlns:a16="http://schemas.microsoft.com/office/drawing/2014/main" id="{269FBC5F-3294-C703-FFD8-096C9B0823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8008" y="1069029"/>
            <a:ext cx="4960062" cy="4001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Carl Grillmair: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Carl Grillmair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07300" y="1892994"/>
            <a:ext cx="8320920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Caltech astrophysicist SHOT DEAD on his front porch at 6:10 AM — age 67, Llano, California.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147 peer-reviewed papers. NASA medal. Instrument specialist for the NEO Surveyor space telescope.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suspect had been ARRESTED on his property two months earlier with a loaded, unregistered rifle.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Those charges were DISMISSED eleven days before the killing. Eleven days later, the suspect was back with a gun.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infrared detection work finds asteroids — and enemy satellites. Same math, different customer.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ndrii_Slobodi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508" y="1063309"/>
            <a:ext cx="4273363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Andrii Slobodian: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Andrii Slobodian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12953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Ukrainian inventor of the MG10 perpetual magnet generator — DEAD from carbon monoxide poisoning in a Seoul apartment fire.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10-kilowatt magnetic generator needed NO conventional energy input — pure permanent magnet power.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fire was blamed on a malfunctioning air conditioning unit. CO poisoning in a small apartment.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company Infinity SAV CEASED all operations after his death — the technology DIED with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Carbon monoxide is the energy inventor killer: Lester Hendershot and his son both died of CO, Morris Jessup too.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Bill Yelon: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Bill Yelon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892995"/>
            <a:ext cx="7888043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Invented a solid-state electromagnetic wave device producing MORE energy than it consumed.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SUDDENLY in 2018 — shortly after announcing his breakthrough device.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Same pattern: Stanley Meyer DIED after investor meeting. Arie DeGeus DIED heading to get funding. Eugene </a:t>
            </a:r>
            <a:r>
              <a:rPr dirty="0" err="1"/>
              <a:t>Mallove</a:t>
            </a:r>
            <a:r>
              <a:rPr dirty="0"/>
              <a:t> KILLED before media appearance.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Almost no records of his existence survive. No patents, no papers, no media coverage.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Announce a free energy device, then DIE. The pattern is the message.</a:t>
            </a:r>
          </a:p>
        </p:txBody>
      </p:sp>
      <p:pic>
        <p:nvPicPr>
          <p:cNvPr id="16" name="Picture 15" descr="Bill_Yel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7033" y="1100088"/>
            <a:ext cx="310790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Brian OLeary: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Brian OLeary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28046" y="1912952"/>
            <a:ext cx="7664275" cy="3754874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Former NASA ASTRONAUT and Princeton/Cornell physics professor — diagnosed with cancer and DEAD in just SIX DAYS.</a:t>
            </a:r>
            <a:br>
              <a:rPr lang="en-US" dirty="0"/>
            </a:br>
            <a:r>
              <a:rPr lang="en-US" dirty="0"/>
              <a:t>(CIA has quick-moving Cancel to kill quickly)</a:t>
            </a:r>
            <a:endParaRPr dirty="0"/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Co-founded the New Energy Movement advocating for zero-point energy and free energy technology.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credentials made him IMPOSSIBLE to dismiss as a crank — that made him dangerous.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Moved to Ecuador after his colleague Eugene </a:t>
            </a:r>
            <a:r>
              <a:rPr dirty="0" err="1"/>
              <a:t>Mallove</a:t>
            </a:r>
            <a:r>
              <a:rPr dirty="0"/>
              <a:t> was BEATEN TO DEATH in 2004.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From diagnosis to death in under a week at age 71. The fastest cancer you've never heard of.</a:t>
            </a:r>
          </a:p>
        </p:txBody>
      </p:sp>
      <p:pic>
        <p:nvPicPr>
          <p:cNvPr id="16" name="Picture 15" descr="Brian_OLea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7033" y="1100088"/>
            <a:ext cx="310790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 descr="200 miles on 2 gallons of gas, the Tom Ogle story: Trish Long">
            <a:extLst>
              <a:ext uri="{FF2B5EF4-FFF2-40B4-BE49-F238E27FC236}">
                <a16:creationId xmlns:a16="http://schemas.microsoft.com/office/drawing/2014/main" id="{C2DAF8CB-9792-DC38-FCA6-196D5CE9A9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8423" y="873210"/>
            <a:ext cx="4373577" cy="588593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Tom Ogle: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92834" y="5550037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Tom Ogle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612605" y="6306271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28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29030" y="1890001"/>
            <a:ext cx="7425067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Demonstrated 100+ MPG on live TV by driving 200 miles on 2 gallons — then SHOT outside a bar at ~24.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Told his attorney people were DRUGGING his drinks. Found dead of a Darvon and alcohol OVERDOSE.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fuel vapor system attracted national attention and investor interest in El Paso, Texas.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SEC hit his business partners with an injunction. Then he was shot. Then he was drugged. Then he was DEAD.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Demonstrated it on national TV. Shot. Drugged. Dead at 24. Ruled "suicide." The playbook in action.</a:t>
            </a:r>
          </a:p>
        </p:txBody>
      </p:sp>
    </p:spTree>
    <p:extLst>
      <p:ext uri="{BB962C8B-B14F-4D97-AF65-F5344CB8AC3E}">
        <p14:creationId xmlns:p14="http://schemas.microsoft.com/office/powerpoint/2010/main" val="2956018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Eugene Mallove: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Eugene Mallove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02024" y="1838094"/>
            <a:ext cx="7767812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BEATEN TO DEATH at age 56 — crushed trachea, 32 LACERATIONS to his face from a blunt instrument.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most prominent cold fusion advocate in America. Former MIT science writer. Founded Infinite Energy magazine.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KILLED days before a scheduled Coast to Coast AM radio appearance reaching millions of listeners.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Was actively lobbying Congress and the Department of Energy for renewed cold fusion funding.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murder was blamed on former tenants in a "housing dispute." The most savage housing dispute in history.</a:t>
            </a:r>
          </a:p>
        </p:txBody>
      </p:sp>
      <p:pic>
        <p:nvPicPr>
          <p:cNvPr id="16" name="Picture 15" descr="Eugene_Mallo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3156" y="1100088"/>
            <a:ext cx="337565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Boyd Bushman: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Boyd Bushman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Lockheed Martin senior scientist with 26 patents and a 40-year defense career — waited until his DEATHBED to talk.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Recorded a video claiming direct involvement in ANTIGRAVITY research and reverse-engineering exotic propulsion at Area 51.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was so AFRAID of retaliation that he stayed silent his entire career — only spoke when he was already dying.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claims align with David Grusch's 2023 congressional testimony about secret reverse-engineering programs.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78 of natural causes. The suppression isn't always murder — sometimes it's a LIFETIME OF SILENCE.</a:t>
            </a:r>
          </a:p>
        </p:txBody>
      </p:sp>
      <p:pic>
        <p:nvPicPr>
          <p:cNvPr id="16" name="Picture 15" descr="Boyd_Bushm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6313" y="1100088"/>
            <a:ext cx="278934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AEEAC77-2950-EC30-BFDA-3B14329E53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664" y="1095064"/>
            <a:ext cx="5524359" cy="310514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Mark McCandlish: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300373" y="4925186"/>
            <a:ext cx="4801140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Mark McCandlish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29030" y="1905506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Aerospace illustrator SHOT in the head at age 65 — ruled SUICIDE with his own 9mm SIG Sauer P226.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Had offered to testify before the Senate Intelligence Committee about the Alien Reproduction Vehicle.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Described </a:t>
            </a:r>
            <a:r>
              <a:rPr dirty="0" err="1"/>
              <a:t>electrogravitic</a:t>
            </a:r>
            <a:r>
              <a:rPr dirty="0"/>
              <a:t> propulsion technology — zero-point energy harnessed for craft propulsion.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testimony would have connected classified energy tech to UAP reverse-engineering programs.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Offer to testify before the Senate about antigravity craft, then a bullet to the head. Ruled suicide.</a:t>
            </a:r>
          </a:p>
        </p:txBody>
      </p:sp>
    </p:spTree>
    <p:extLst>
      <p:ext uri="{BB962C8B-B14F-4D97-AF65-F5344CB8AC3E}">
        <p14:creationId xmlns:p14="http://schemas.microsoft.com/office/powerpoint/2010/main" val="11958556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Bruce DePalma: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Bruce DePalma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67260"/>
            <a:ext cx="7816764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MIT-educated physicist who invented the N-Machine — DIED weeks before the official test of his device.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Claimed his generator produced MORE energy than it consumed — 4:1 ratio or higher.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Astronaut Edgar Mitchell warned him: "CIA... you might get your HEAD blown off."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FLED the United States to New Zealand after a lifetime of suppression and death threats.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Bled to death internally at age 62. When the N-Machine was tested after his death — without his calibration knowledge — it FAILED.</a:t>
            </a:r>
          </a:p>
        </p:txBody>
      </p:sp>
      <p:pic>
        <p:nvPicPr>
          <p:cNvPr id="16" name="Picture 15" descr="Bruce_DePalm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7333" y="1100088"/>
            <a:ext cx="284730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Floyd_Swe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1337" y="1100088"/>
            <a:ext cx="5319291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Floyd Sweet: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Floyd Sweet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07300" y="1892995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Invented the Vacuum Triode Amplifier — claimed 500 watts output from 33 MICROWATTS input.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Received DEATH THREATS and became increasingly reclusive and fearful in his later years.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day he DIED, unknown men came to his house, had coffee, and left. Hours later his wife found him dead.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NEXT DAY, authorities showed up and CONFISCATED all research materials, devices, and notes.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at 83 of a "heart attack." Men visit, inventor dies, research vanishes. Textbook suppression.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aniel_Ding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4348" y="1070199"/>
            <a:ext cx="2985220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Daniel Dingel: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Daniel Dingel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2018879"/>
            <a:ext cx="8067071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Filipino inventor who demonstrated a WATER-POWERED CAR for over 40 years to media and government officials.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Convicted of FRAUD at age 82 and sentenced to 20 years in prison — a death sentence for an old man.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in custody in 2010 at age 84. The technology died with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only prosecuted AFTER entering a partnership that would have commercialized the tech.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Multiple water fuel inventors have been KILLED or silenced. Dingel was neutralized through the legal system.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Andrija Puharich: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Andrija Puharich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937976"/>
            <a:ext cx="7858063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FELL down a flight of stairs and DIED at age 76 — a physician with 50+ patents and CIA connections.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Held U.S. Patent for splitting water molecules into hydrogen fuel — technology that threatened Big Oil.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home and laboratory were DESTROYED BY ARSON in 1979 — he blamed the CIA and fled to Mexico.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Allegedly received direct CIA ASSASSINATION THREATS and capitulated after a meeting with Rockefeller interests.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broke, waiting for a Social Security check, unable to afford to move after an eviction. From 50 patents to poverty.</a:t>
            </a:r>
          </a:p>
        </p:txBody>
      </p:sp>
      <p:pic>
        <p:nvPicPr>
          <p:cNvPr id="16" name="Picture 15" descr="Andrija_Puhari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7487" y="1100088"/>
            <a:ext cx="2806991" cy="388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80777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Paul_Brow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4421" y="914414"/>
            <a:ext cx="4088357" cy="500415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Paul Brown: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73037"/>
            <a:ext cx="8626233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Inventor of the </a:t>
            </a:r>
            <a:r>
              <a:rPr dirty="0" err="1"/>
              <a:t>Nucell</a:t>
            </a:r>
            <a:r>
              <a:rPr dirty="0"/>
              <a:t> resonant nuclear battery — KILLED in an automobile accident in Boise, Idaho.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device converted nuclear decay directly into AC electricity without radioactive waste. Designed to last 25 YEARS.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Before his death: home ROBBED three times, VANDALIZED four times, twice falsely accused of drug manufacturing, mother's car PIPE-BOMBED.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 1991 he wrote a public letter saying he was being "PERSECUTED" and appealing for awareness.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Robbed, vandalized, framed, bombed, then dead in a car "accident." That's not bad luck — that's a campaign.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641778" y="5590977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Paul Brown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340661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Georges_Lakhovsk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1401" y="1040310"/>
            <a:ext cx="3014928" cy="428119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288262"/>
            <a:ext cx="7077777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Georges Lakhovsky: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63582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78826"/>
            <a:ext cx="7831444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STRUCK and KILLED by a limousine in New York at age 72 — just as his electromagnetic therapy device was producing results in hospital trials.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Inventor of the Multi-Wave Oscillator, a device treating cancer with electromagnetic resonance.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Within weeks of his death, his equipment was ORDERED REMOVED from every hospital using it.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Patients were told the therapy was "no longer available." The machines simply VANISHED.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Killed while his tech was gaining credibility. Dead inventor, removed machines, silenced patients.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52993" y="5178165"/>
            <a:ext cx="4550222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Georges Lakhovsky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George_Taylor_Fulf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678" y="1100088"/>
            <a:ext cx="2916347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288262"/>
            <a:ext cx="7403755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George Taylor Fulford: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06336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76752"/>
            <a:ext cx="7809269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Major General Electric shareholder KILLED in a car crash one week after announcing he'd fund Tesla's wireless energy project.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Became Canada's FIRST automobile fatality at age 53. His chauffeur survived.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After his death, his GE stock ended up in ROCKEFELLER hands. Tesla's </a:t>
            </a:r>
            <a:r>
              <a:rPr dirty="0" err="1"/>
              <a:t>Wardenclyffe</a:t>
            </a:r>
            <a:r>
              <a:rPr dirty="0"/>
              <a:t> Tower was starved of capital.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Fulford family has maintained for over a CENTURY that the crash was arranged.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Fund Tesla's free energy project, die in a car "accident" seven days later. In 1905.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5088679"/>
            <a:ext cx="4550222" cy="124261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George Taylor Fulford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English astronomer Fred Hoyle at Cambridge University, UK, 10th March...  News Photo - Getty Images">
            <a:extLst>
              <a:ext uri="{FF2B5EF4-FFF2-40B4-BE49-F238E27FC236}">
                <a16:creationId xmlns:a16="http://schemas.microsoft.com/office/drawing/2014/main" id="{24060B9C-5CA5-FCFE-7AA0-04CCDE0CA4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2691" y="760750"/>
            <a:ext cx="5020414" cy="6737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Fred Bell: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6349713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Fred Bell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29030" y="199174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Nuclear physicist found DEAD within 48 hours of filming a TV interview about classified DEATH RAY technology.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Interviewed by Jesse Ventura for Conspiracy Theory — dropped "several BOMBSHELLS" about directed-energy weapons.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Early career included high-temperature fusion experiments and nuclear particle bombardment at Michigan's cyclotron.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Official cause: heart disease and obesity. Ventura publicly expressed SKEPTICISM about the ruling.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Film an interview about classified energy weapons on Monday, be DEAD by Wednesday. At age 68.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Gilbert N Lewis: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Gilbert N Lewis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70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DEAD in his Berkeley lab at age 70 — near a broken line of liquid HYDROGEN CYANIDE.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Pioneering chemist who coined the word "photon" and did foundational work on thermodynamics.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Coroner ruled "coronary artery disease" — IGNORING the cyanide at the scene.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Had just lunched with his decades-long professional rival Irving Langmuir, who won the Nobel Prize Lewis deserved.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Nominated for the Nobel Prize 35 TIMES and never received it. Dead near cyanide, but officially a heart attack.</a:t>
            </a:r>
          </a:p>
        </p:txBody>
      </p:sp>
      <p:pic>
        <p:nvPicPr>
          <p:cNvPr id="16" name="Picture 15" descr="Gilbert_N_Lew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6457" y="1100088"/>
            <a:ext cx="3069052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25931"/>
            <a:ext cx="7820727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AFRL Sensors Directorate employee who KILLED his wife, SHOT his colleague, then KILLED himself — age 34.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Three Wright-Patterson Air Force Base employees DEAD in one </a:t>
            </a:r>
            <a:br>
              <a:rPr lang="en-US" dirty="0"/>
            </a:br>
            <a:r>
              <a:rPr dirty="0"/>
              <a:t>night — October 25, 2025.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No motive has EVER been established. AFOSI (Air Force counterintelligence) is investigating.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wife Jaymee was STRANGLED and placed in his trunk. His </a:t>
            </a:r>
            <a:br>
              <a:rPr lang="en-US" dirty="0"/>
            </a:br>
            <a:r>
              <a:rPr dirty="0"/>
              <a:t>colleague Jaime Gustitus was SHOT 5-7 times.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Part of a cluster: NINE AFRL-connected people dead or disappeared in nine months.</a:t>
            </a:r>
          </a:p>
        </p:txBody>
      </p:sp>
      <p:pic>
        <p:nvPicPr>
          <p:cNvPr id="6146" name="Picture 2" descr="Jaymee and Jacob Prichard; Jaime Gustitus">
            <a:extLst>
              <a:ext uri="{FF2B5EF4-FFF2-40B4-BE49-F238E27FC236}">
                <a16:creationId xmlns:a16="http://schemas.microsoft.com/office/drawing/2014/main" id="{F3FE5159-71D9-AC8C-FEC4-A0A0183217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2688" y="1124177"/>
            <a:ext cx="4806222" cy="3204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Jacob Prichard: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5497505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Jacob Prichard</a:t>
            </a:r>
            <a:endParaRPr lang="en-US"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6253739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Bedini: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Bedini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2" y="1975347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Free energy pioneer DIED SUDDENLY at age 67 — only FOUR HOURS after his brother Gary also died.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Pioneered electromagnetic energy recovery devices for decades. None ever reached the market.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Two brothers dead on the same day, four hours apart. What are the odds?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devices demonstrated energy recovery that mainstream physics said was IMPOSSIBLE.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lifetime of invention, and nothing made it to market. Then both brothers dead in one day.</a:t>
            </a:r>
          </a:p>
        </p:txBody>
      </p:sp>
      <p:pic>
        <p:nvPicPr>
          <p:cNvPr id="16" name="Picture 15" descr="John_Bedin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048" y="1100088"/>
            <a:ext cx="3431869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Christie: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Christie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37466" y="1905506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Australian co-inventor of the </a:t>
            </a:r>
            <a:r>
              <a:rPr dirty="0" err="1"/>
              <a:t>Lutec</a:t>
            </a:r>
            <a:r>
              <a:rPr dirty="0"/>
              <a:t> 1000 </a:t>
            </a:r>
            <a:r>
              <a:rPr dirty="0" err="1"/>
              <a:t>overunity</a:t>
            </a:r>
            <a:r>
              <a:rPr dirty="0"/>
              <a:t> electromagnetic device — VANISHED, then confirmed dead in 2017.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partner Lou Britz also DIED under poorly documented circumstances.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</a:t>
            </a:r>
            <a:r>
              <a:rPr dirty="0" err="1"/>
              <a:t>Lutec</a:t>
            </a:r>
            <a:r>
              <a:rPr dirty="0"/>
              <a:t> 1000 received Australian media attention in the early 2000s — then both inventors DISAPPEARED.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No mainstream obituary. No official cause of death. Just social media posts saying he "vanished then died."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Two inventors. One device. Both dead. No explanation. No product ever reached the market.</a:t>
            </a:r>
          </a:p>
        </p:txBody>
      </p:sp>
      <p:pic>
        <p:nvPicPr>
          <p:cNvPr id="16" name="Picture 15" descr="John_Christi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5885" y="1100088"/>
            <a:ext cx="4830195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Karen Silkwood: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Karen Silkwood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28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37467" y="1937976"/>
            <a:ext cx="7713527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KILLED in a car crash at age 28 while driving to meet a New York Times journalist with nuclear safety documents.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Dents and scrape marks on her bumper — she was FORCED OFF THE ROAD by another vehicle.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documents she was carrying about missing PLUTONIUM and safety violations were NEVER FOUND.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She had been deliberately CONTAMINATED with plutonium in the days before her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Her family sued Kerr-McGee and settled for $1.38 million. The company never admitted a thing.</a:t>
            </a:r>
          </a:p>
        </p:txBody>
      </p:sp>
      <p:pic>
        <p:nvPicPr>
          <p:cNvPr id="16" name="Picture 15" descr="Karen_Silkwoo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1149" y="1100088"/>
            <a:ext cx="2819668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8592252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Lester Hendershot: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15671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967173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69567" y="1888470"/>
            <a:ext cx="8731557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Invented a "</a:t>
            </a:r>
            <a:r>
              <a:rPr dirty="0" err="1"/>
              <a:t>fuelless</a:t>
            </a:r>
            <a:r>
              <a:rPr dirty="0"/>
              <a:t> motor" that drew power from Earth's magnetic field — made FRONT-PAGE headlines in 1928.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DEAD of carbon monoxide poisoning in his car.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son Mark also died of carbon monoxide in his car — TEN YEARS APART. Father and son, same method.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Was paid $25,000 to STOP building generators. Attracted attention from Lindbergh and the U.S. military.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Shocked by his own device in 1928 — 2,000 volts, temporarily paralyzed. Vocal cords reportedly severed.</a:t>
            </a:r>
          </a:p>
        </p:txBody>
      </p:sp>
      <p:pic>
        <p:nvPicPr>
          <p:cNvPr id="16" name="Picture 15" descr="Lester_Hendersh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4471" y="1320648"/>
            <a:ext cx="2595097" cy="3884876"/>
          </a:xfrm>
          <a:prstGeom prst="rect">
            <a:avLst/>
          </a:prstGeom>
        </p:spPr>
      </p:pic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6675834" y="5178791"/>
            <a:ext cx="5380724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Lester Hendershot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Morris Jessup: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Morris Jessup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890001"/>
            <a:ext cx="7587531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DEAD of carbon monoxide poisoning at age 59 — hose from exhaust to car window.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night before, he called a friend in HIGH SPIRITS about a breakthrough in his antigravity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arranged a lunch meeting for the next day. He never made it — found dead that afternoon.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Office of Naval Research had his annotated book on antigravity technology REPRINTED by a military contractor.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 high spirits about a breakthrough one night, dead of CO poisoning the next afternoon. Classic pattern.</a:t>
            </a:r>
          </a:p>
        </p:txBody>
      </p:sp>
      <p:pic>
        <p:nvPicPr>
          <p:cNvPr id="16" name="Picture 15" descr="Morris_Jess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7733" y="1100088"/>
            <a:ext cx="3726499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288262"/>
            <a:ext cx="8280679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Nathan Stubblefield: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Nathan Stubblefield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Earth battery inventor found DEAD ALONE in his shack — STARVED to death, body gnawed by his starving cat.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Business partners DEFRAUDED him of 500,000 shares of stock. Competitors stole credit for his wireless telephone.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destroyed his remaining prototypes so nobody else could PROFIT from them.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earth battery drew electrical power directly from the GROUND — technology that died with him in 1928.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Not assassinated — financially destroyed over decades until he starved to death in isolation at 67.</a:t>
            </a:r>
          </a:p>
        </p:txBody>
      </p:sp>
      <p:pic>
        <p:nvPicPr>
          <p:cNvPr id="16" name="Picture 15" descr="Nathan_Stubblefie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9239" y="1100088"/>
            <a:ext cx="303797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Nikola Tesla: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Nikola Tesla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2" y="1937976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FBI SEIZED his papers within hours of his death at age 86 — under the Office of Alien Property.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a naturalized U.S. citizen since 1891. The "Alien Property" claim was a legal FICTION to grab his work.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papers were reviewed by MIT's John G. Trump — who declared nothing of significance. Many papers remain UNACCOUNTED FOR.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Tesla claimed breakthroughs in wireless power, particle beam weapons, and directed energy — technologies worth TRILLIONS.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Pioneer of AC power, wireless energy, and death rays. Died alone in a hotel room. His work SEIZED by the government he served.</a:t>
            </a:r>
          </a:p>
        </p:txBody>
      </p:sp>
      <p:pic>
        <p:nvPicPr>
          <p:cNvPr id="16" name="Picture 15" descr="Nikola_Tesl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3075" y="1100088"/>
            <a:ext cx="2975815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 descr="Do High Frequency Gravitational Waves Explain Li &amp; Podkletnov's  Experimental Results? | by Tim Ventura | Dialogue &amp; Discourse | Medium">
            <a:extLst>
              <a:ext uri="{FF2B5EF4-FFF2-40B4-BE49-F238E27FC236}">
                <a16:creationId xmlns:a16="http://schemas.microsoft.com/office/drawing/2014/main" id="{DD1ACFC2-6478-76DF-5D21-1AF8982FCE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64" r="32742"/>
          <a:stretch>
            <a:fillRect/>
          </a:stretch>
        </p:blipFill>
        <p:spPr bwMode="auto">
          <a:xfrm>
            <a:off x="9167204" y="926960"/>
            <a:ext cx="2907132" cy="5004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Ning Li: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622007" y="555353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Ning Li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641778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03318"/>
            <a:ext cx="8630993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Published groundbreaking anti-gravity research, received DOD funding, got TOP SECRET clearance — then VANISHED for 17 years.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Chinese-American physicist at the University of Alabama in Huntsville — the center of U.S. antigravity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Suffered brain damage in a 2014 traffic accident and died of ALZHEIMER'S in 2021 at age 78.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Her company AC Gravity received $448,970 in DOD contracts and then went completely DARK.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most promising antigravity physicist in America — classified, silenced, brain-damaged, dead.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873037"/>
            <a:ext cx="8683163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SHOT AT multiple times. Took a bullet to the LEG in one attack. His lab was RANSACKED.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Invented the "Moray Valve" — a device that extracted usable electricity from "radiant energy" with no power source.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own assistant Felix Frazer DESTROYED the device with an AX during a lab confrontation in 1941.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Soviet agents reportedly approached him seeking to acquire the technology.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Shot, wounded, ransacked, and then his own assistant smashed it. Died at 81 — the technology died decades earlier.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F282CBA-4728-5819-6D42-5858A1A71B4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8671"/>
          <a:stretch>
            <a:fillRect/>
          </a:stretch>
        </p:blipFill>
        <p:spPr>
          <a:xfrm flipH="1">
            <a:off x="9746965" y="1063309"/>
            <a:ext cx="2309593" cy="450829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288262"/>
            <a:ext cx="7213675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Thomas Henry Moray: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91731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82320" y="4957997"/>
            <a:ext cx="4550222" cy="1351773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Thomas Henry Moray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82320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744202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Searl: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90886" y="555353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Searl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610657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12953"/>
            <a:ext cx="8202626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British inventor of the Searl Effect Generator — a claimed free-energy and anti-gravity device. DECADES of suppression.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home was hit by ARSON. His equipment was SEIZED. He was IMPRISONED. His wife left him. Financial ruin.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Spent his life fighting for a technology the establishment refused to acknowledge.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of pneumonia at age 86 in San Diego County — broke and far from home.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Arson, seizure, prison, poverty, death. The full suppression playbook, applied over a lifetime.</a:t>
            </a:r>
          </a:p>
        </p:txBody>
      </p:sp>
      <p:pic>
        <p:nvPicPr>
          <p:cNvPr id="16" name="Picture 15" descr="John_Sear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1922" y="1100088"/>
            <a:ext cx="3088957" cy="4485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9061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Kanzius: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Kanzius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2031090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Discovered that radio frequency waves could split hydrogen from SALT WATER — a potential game-changer.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at 64 of pneumonia from leukemia treatment — not murdered, but his research STALLED after his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No institution continued his work. The technology DIED with the inventor.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proved you could burn salt water with radio waves. The science was real. The follow-up never came.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Not every suppression requires a bullet. Sometimes they just let the research DIE of neglect.</a:t>
            </a:r>
          </a:p>
        </p:txBody>
      </p:sp>
      <p:pic>
        <p:nvPicPr>
          <p:cNvPr id="16" name="Picture 15" descr="John_Kanziu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2242" y="1100088"/>
            <a:ext cx="4337482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Paul Vigay: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Paul Vigay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07300" y="1867260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British computer scientist and UFO researcher found DROWNED off the coast of Portsmouth at age 44.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coroner called his death "A MYSTERY" — no suicide note, no clear reason to enter the water.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work involved electromagnetic field analysis and advanced propulsion physics.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Open verdict. A 44-year-old researcher doesn't just walk into the sea for no reason.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drowned with no explanation. The coroner's own word: MYSTERY.</a:t>
            </a:r>
          </a:p>
        </p:txBody>
      </p:sp>
      <p:pic>
        <p:nvPicPr>
          <p:cNvPr id="16" name="Picture 15" descr="Paul_Vig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1979" y="1100088"/>
            <a:ext cx="4818007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Philo Farnsworth: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14707" y="4938585"/>
            <a:ext cx="4550222" cy="14803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Philo Farnsworth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34478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07300" y="1873037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Invented electronic TELEVISION at age 21 — then built the first device to produce nuclear fusion reactions.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fusion research was DEFUNDED by ITT under pressure from Wall Street in 1966-1967.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Farnsworth fusor remains the FIRST device to achieve confirmed nuclear fusion — yet never developed for energy.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of pneumonia at 64 after years of alcoholism and a nervous breakdown caused by corporate suppression.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Gave the world television, then had his fusion breakthrough KILLED by corporate bean counters.</a:t>
            </a:r>
          </a:p>
        </p:txBody>
      </p:sp>
      <p:pic>
        <p:nvPicPr>
          <p:cNvPr id="16" name="Picture 15" descr="Philo_Farnswor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8217" y="1100088"/>
            <a:ext cx="5145531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Royal Rife: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Royal Rife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11861"/>
            <a:ext cx="8052859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Invented electromagnetic frequency devices for destroying pathogens — the AMA DESTROYED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lab was RAIDED. His equipment was DESTROYED. His business partner was IMPRISONED for 3 years.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Physicians who used his devices were threatened with LICENSE REVOCATION by the AMA.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Driven to alcoholism and exile. Died at 83 of a heart attack complicated by Valium and alcohol overdose.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AMA systematically bankrupted, raided, and crushed him. One of the most documented suppression cases in history.</a:t>
            </a:r>
          </a:p>
        </p:txBody>
      </p:sp>
      <p:pic>
        <p:nvPicPr>
          <p:cNvPr id="16" name="Picture 15" descr="Royal_Rif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4953" y="1070199"/>
            <a:ext cx="356113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Rudolf Diesel: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Rudolf Diesel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29985" y="1905506"/>
            <a:ext cx="7666084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VANISHED from the SS Dresden crossing the English Channel at age 55. Body found days later in the North Sea.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heading to meet the British Royal Navy about powering submarines with his diesel engine.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cabin bed was unslept in. His hat and coat were folded neatly under the deck railing.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Bank accounts nearly empty. He gave his wife 20,000 marks in cash before departing — as if he knew.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Theories: German intel killed him to stop the British deal. Oil interests killed him to protect petroleum. In 1913.</a:t>
            </a:r>
          </a:p>
        </p:txBody>
      </p:sp>
      <p:pic>
        <p:nvPicPr>
          <p:cNvPr id="16" name="Picture 15" descr="Rudolf_Dies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3232" y="1100088"/>
            <a:ext cx="2913657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Stefan Marinov: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Stefan Marinov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873037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Bulgarian physicist FELL from a university staircase in Graz, Austria at age 66 —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Russian physicist Lev </a:t>
            </a:r>
            <a:r>
              <a:rPr dirty="0" err="1"/>
              <a:t>Sapogin</a:t>
            </a:r>
            <a:r>
              <a:rPr dirty="0"/>
              <a:t> claimed Marinov "was THROWN out of the window by unknown people."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Despite leaving letters requesting people be notified, police DID NOT act on the requests.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son — Deputy Minister of Industry of Bulgaria — was not informed for at least TWO WEEKS.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No news release about his death. Researching unconventional electromagnetic energy. Fell from a building.</a:t>
            </a:r>
          </a:p>
        </p:txBody>
      </p:sp>
      <p:pic>
        <p:nvPicPr>
          <p:cNvPr id="16" name="Picture 15" descr="Stefan_Marino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232567"/>
            <a:ext cx="5387784" cy="3619917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Thomas Bearden: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54249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91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878198"/>
            <a:ext cx="8307768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Retired Army Lt. Colonel who invented the Motionless Electromagnetic Generator — US Patent 6,362,718.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Spent DECADES advocating for zero-point energy extraction and scalar electromagnetics.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Collaborated with John Bedini for over 20 years on free energy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MEG had NO moving parts and allegedly extracted energy from the quantum vacuum.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at 91 after a lengthy illness in Huntsville, Alabama. A lifetime of advocacy, zero commercialization.</a:t>
            </a:r>
          </a:p>
        </p:txBody>
      </p:sp>
      <p:pic>
        <p:nvPicPr>
          <p:cNvPr id="2050" name="Picture 2" descr="RET Lt. Col Thomas Eugene Bearden obituary, 1930-2022, Huntsville, AL">
            <a:extLst>
              <a:ext uri="{FF2B5EF4-FFF2-40B4-BE49-F238E27FC236}">
                <a16:creationId xmlns:a16="http://schemas.microsoft.com/office/drawing/2014/main" id="{FE8FA63B-5FEC-6D9A-9943-30B188CD86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0528" y="1100088"/>
            <a:ext cx="3471472" cy="352791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34478" y="4852086"/>
            <a:ext cx="4550222" cy="157095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Thomas Bearden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Viktor_Schauberg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358843"/>
            <a:ext cx="5387784" cy="336736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7250106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Viktor Schauberger: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92310" y="6285727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860562"/>
            <a:ext cx="4550222" cy="142516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Viktor Schauberger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641778" y="6285727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12953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Austrian inventor of "implosion" vortex energy technology — brought to the U.S. and COERCED into signing away all rights.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Held for THREE MONTHS in America. Forced to sign documents forbidding him from continuing his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All his documents and models were CONFISCATED.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FIVE DAYS after returning to Austria. His son described him as "a very disillusioned man."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They took everything — his technology, his documents, his rights. He died five days later of a broken heart.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Paul Bennewitz: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621666" y="5584213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Paul Bennewitz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641437" y="6340447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57713" y="1925931"/>
            <a:ext cx="7906705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Electrical engineer DELIBERATELY DRIVEN TO A MENTAL BREAKDOWN by a coordinated Air Force disinformation campaign.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intercepted classified military signals near Kirtland AFB — so they DESTROYED HIS MIND instead of briefing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Built precision instruments for NASA and the military through his company Thunder Scientific Corporation.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AFOSI agent William Moore publicly CONFESSED to participating in the operation at a 1989 MUFON conference.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They didn't kill him. They made him crazy. A documented, confessed psychological operation against a U.S. civilian.</a:t>
            </a:r>
          </a:p>
        </p:txBody>
      </p:sp>
      <p:pic>
        <p:nvPicPr>
          <p:cNvPr id="16" name="Picture 15" descr="Paul_Bennewit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7170" y="1759115"/>
            <a:ext cx="3884876" cy="3884876"/>
          </a:xfrm>
          <a:prstGeom prst="rect">
            <a:avLst/>
          </a:prstGeom>
        </p:spPr>
      </p:pic>
      <p:pic>
        <p:nvPicPr>
          <p:cNvPr id="9218" name="Picture 2" descr="undefined">
            <a:extLst>
              <a:ext uri="{FF2B5EF4-FFF2-40B4-BE49-F238E27FC236}">
                <a16:creationId xmlns:a16="http://schemas.microsoft.com/office/drawing/2014/main" id="{FCC578E4-C0E0-F6C8-9C82-D3EE75321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6518" y="3679880"/>
            <a:ext cx="2511941" cy="1904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67719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Wilbert Smith: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Wilbert Smith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29030" y="1892995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Canadian government engineer who ran Project Magnet — Canada's official magnetic energy/propulsion program.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of cancer at age 52 after instructing his wife to HIDE all his research files.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Within DAYS of his death, intelligence representatives from THREE nations approached his wife seeking the files.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knew they'd come for his research. His deathbed instruction was: HIDE EVERYTHING.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When three countries' spies show up at your widow's door, you were working on something REAL.</a:t>
            </a:r>
          </a:p>
        </p:txBody>
      </p:sp>
      <p:pic>
        <p:nvPicPr>
          <p:cNvPr id="16" name="Picture 15" descr="Wilbert_Smi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593" y="1100088"/>
            <a:ext cx="488478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John_Hutch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525362"/>
            <a:ext cx="5387784" cy="303432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Hutchison: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Hutchison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69568" y="185092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Canadian inventor whose lab was SEIZED by the government on direct orders from PRIME MINISTER Brian Mulroney.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Supreme Court judge ordered his equipment RETURNED — the government KEPT IT ANYWAY.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lab contained Tesla equipment replications and was the site of the "Hutchison Effect" — levitation and metal fusion.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U.S. military officials including Lt. Col. John Alexander visited his lab. Then the government TOOK everything.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SEIZED in 1990. Court ordered return. Government DEFIED the court. Evicted again in 2010. Still alive and still suppressed.</a:t>
            </a:r>
          </a:p>
        </p:txBody>
      </p:sp>
    </p:spTree>
    <p:extLst>
      <p:ext uri="{BB962C8B-B14F-4D97-AF65-F5344CB8AC3E}">
        <p14:creationId xmlns:p14="http://schemas.microsoft.com/office/powerpoint/2010/main" val="325824182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Ken_Shou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8244" y="1040310"/>
            <a:ext cx="2665024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Ken Shoulders: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83856" y="1867260"/>
            <a:ext cx="7656422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"father of vacuum microelectronics" — discovered charge clusters that implied revolutionary energy generation.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Richard Feynman initially DISMISSED his findings, then admitted Shoulders was CORRECT.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Worked under CIA contract and deliberately SELF-CENSORED, knowing his discoveries would be suppressed.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Offered his research to dozens of companies and government agencies including the VP's office. NOBODY was interested.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at 86 of natural causes. The suppression wasn't violent — it was total institutional SILENCE.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14707" y="5081958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Ken Shoulders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34478" y="5838192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481606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Wilhelm Reich: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Wilhelm Reich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60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37467" y="1937976"/>
            <a:ext cx="7763533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FDA BURNED SIX TONS of his books — the only government-sanctioned book burning in U.S. history.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Developed orgone energy accumulators. The government didn't just ban the devices — they banned the WORD "orgone" in print.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IMPRISONED for contempt of court. Died of heart failure in federal prison at age 60.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died ONE DAY before he was eligible to apply for parole. One single day.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They burned his books, banned his words, locked him up, and he died the day before freedom. In America.</a:t>
            </a:r>
          </a:p>
        </p:txBody>
      </p:sp>
      <p:pic>
        <p:nvPicPr>
          <p:cNvPr id="16" name="Picture 15" descr="Wilhelm_Rei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2003" y="1100088"/>
            <a:ext cx="259796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Yull Brown: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Yull Brown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29986" y="2002985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Invented "Brown's Gas" (HHO) — a water-derived fuel that could cut through metals and neutralize RADIOACTIVE WASTE.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Declared an "ENEMY OF THE STATE" in Bulgaria. Fled to Australia.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Held valuable patents. Demonstrated his technology publicly. Died PENNILESS at 75.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gas could neutralize radioactive waste — a multi-TRILLION dollar problem solved.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Enemy of the state, patents in hand, technology proven, died broke. The full suppression arc.</a:t>
            </a:r>
          </a:p>
        </p:txBody>
      </p:sp>
      <p:pic>
        <p:nvPicPr>
          <p:cNvPr id="16" name="Picture 15" descr="Yull_Brow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201" y="1100088"/>
            <a:ext cx="4917564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Otis T Carr: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Otis T Carr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67260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Protege of Nikola Tesla who claimed to have built an ANTIGRAVITY spacecraft — the OTC-X1.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ARRESTED on fraud charges just before a scheduled public demonstration. The demo was sabotaged.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suddenly "hospitalized" with a mysterious illness right before the demonstration.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Convicted, IMPRISONED, equipment confiscated. The FBI maintained a file on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PENNILESS in a Pittsburgh slum. From Tesla's protege to total destruction.</a:t>
            </a:r>
          </a:p>
        </p:txBody>
      </p:sp>
      <p:pic>
        <p:nvPicPr>
          <p:cNvPr id="16" name="Picture 15" descr="Otis_T_Car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8545" y="1100088"/>
            <a:ext cx="3884876" cy="388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84152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Paramahamsa_Tewar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0423" y="1133040"/>
            <a:ext cx="2602866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288262"/>
            <a:ext cx="8411843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Paramahamsa Tewari: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55763" y="5017917"/>
            <a:ext cx="4550222" cy="135754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000" dirty="0">
                <a:solidFill>
                  <a:schemeClr val="lt1"/>
                </a:solidFill>
              </a:rPr>
              <a:t>Paramahamsa Tewari</a:t>
            </a:r>
            <a:endParaRPr sz="2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75534" y="6262187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80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71045" y="1980500"/>
            <a:ext cx="8730385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Retired Executive Director of Nuclear Projects for India — one of the most senior nuclear officials in the country.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Built the Tewari Reactionless Generator claiming over 250% EFFICIENCY — extracting energy from space itself.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India reportedly PERMITTED development despite alleged THREATS from the UK, US, and Saudi Arabia.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work received commendation from Nobel Laureates early in his career.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at 80 of natural causes. One of the few who had a government BACKING him instead of hunting him.</a:t>
            </a:r>
          </a:p>
        </p:txBody>
      </p:sp>
    </p:spTree>
    <p:extLst>
      <p:ext uri="{BB962C8B-B14F-4D97-AF65-F5344CB8AC3E}">
        <p14:creationId xmlns:p14="http://schemas.microsoft.com/office/powerpoint/2010/main" val="13526559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580</TotalTime>
  <Words>5927</Words>
  <Application>Microsoft Macintosh PowerPoint</Application>
  <PresentationFormat>Widescreen</PresentationFormat>
  <Paragraphs>523</Paragraphs>
  <Slides>48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Bryan Starbuck</dc:creator>
  <cp:lastModifiedBy>Bryan Starbuck</cp:lastModifiedBy>
  <cp:revision>89</cp:revision>
  <dcterms:created xsi:type="dcterms:W3CDTF">2026-02-13T11:27:00Z</dcterms:created>
  <dcterms:modified xsi:type="dcterms:W3CDTF">2026-03-30T22:19:19Z</dcterms:modified>
</cp:coreProperties>
</file>