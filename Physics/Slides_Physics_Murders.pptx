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323" r:id="rId3"/>
    <p:sldId id="281" r:id="rId4"/>
    <p:sldId id="273" r:id="rId5"/>
    <p:sldId id="276" r:id="rId6"/>
    <p:sldId id="277" r:id="rId7"/>
    <p:sldId id="283" r:id="rId8"/>
    <p:sldId id="278" r:id="rId9"/>
    <p:sldId id="279" r:id="rId10"/>
    <p:sldId id="280" r:id="rId11"/>
    <p:sldId id="282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65"/>
    <p:restoredTop sz="98824"/>
  </p:normalViewPr>
  <p:slideViewPr>
    <p:cSldViewPr snapToGrid="0">
      <p:cViewPr varScale="1">
        <p:scale>
          <a:sx n="279" d="100"/>
          <a:sy n="279" d="100"/>
        </p:scale>
        <p:origin x="9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38DA5-8184-4C47-BB83-93BD68CF2D63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AC833-F51B-3D43-A4DD-25ACF7110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8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12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69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0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53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87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54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13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08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07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99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28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83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AC833-F51B-3D43-A4DD-25ACF7110A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3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CD-B4DC-D0F2-6403-69813212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A3311-815E-53F9-EBCB-A70F7F0E3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F88A-1C7B-0F5D-C113-2505D67E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A091-7266-59EA-6092-74DFF11D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CCCE-7C59-7C10-A5E3-3884268C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1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1E3D-7EC3-1B32-2CDA-F87DEA9A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F45-02EC-3D87-951C-98C5A9756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B6E84-2348-AC62-515C-6EF0F806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967A-7E40-DC14-D41A-B0AD8E4D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D9BF-8221-4B08-C2C0-BC1FB17A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7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6DEF-F09A-7B59-0105-922F9718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58BF3-49BA-8B64-4A16-754E19B5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5A1-4F53-A752-01EA-E1A440FA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DE6C-1ACB-0CBD-2D28-3B7C8EEA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8334-1363-D93F-0C7C-1E8B8C3D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0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F4BE-8BF4-7051-5205-9F2E1DF2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B6F0-9259-6E4B-BD05-3FCA2360F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62DC-2735-440A-8929-08844E370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616B0-0073-BED2-CC83-19C9C09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4C63-2D9B-97D2-E53A-A893F9AC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E18-BD84-468F-E18B-D1595174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02C9-D727-6123-8450-09F64BCF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EC67-7951-11B9-ED04-43CB5D04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1B9B3-F9BB-543F-5943-63986C9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43766-DD60-B5A8-2C84-81D7AA71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E7B61-31DA-BAAD-4B3A-26D10DDE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4003F-D89A-8F24-BDE1-C45D350E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08629-F5CD-FC65-C958-63A60FE4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EAF09-909C-3104-C61E-DE10DA0F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8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4235-1093-EE67-B6E6-CFCB8F7A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5959F-28A0-07CB-5C74-2F4731D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5A0AC-3564-8121-2642-5A43B03D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C0F1-81B5-D94C-51A7-91429299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1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BE2BB-8EA7-E86E-2D56-E686BFC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FB878-612B-2082-446F-210A572D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D3A47-2674-14A6-9172-5D8D9C26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6723-1313-ABFA-BE2B-177C63AB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0BCB-0796-5CFD-A09F-24EA93BE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5C70-BADE-F9A7-5FA3-B22493DF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22E40-C7F3-C94D-C449-A23B2FFF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BA8B-3690-D914-CD33-15597119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87DC-66EE-CE10-00AC-92579022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AA33-939E-7047-DA45-E6100810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BF70B-BCA8-4567-FBB8-E1E4EE245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79E0A-3A9A-537B-2D75-42CC3C5B7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3C6F-4A39-85C1-3CEF-AEFA529F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1F68-C48F-E912-1A7E-A57C3681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BA21-BD1F-FDF5-B754-9AD62AB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F493-938D-3D30-ED41-1F25386C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3440-EB61-D177-718D-B10F13FCA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B7BF-E7FB-CBDF-076A-EA2A772B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23252-89DC-D082-EC1E-4FE9358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3BB7-D067-B624-1639-05057F2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4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F5C93-17AF-E420-81D7-D3D3638BD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F6E8-AC8A-B902-1CBC-6BA7B919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9B5B1-A97B-92FE-93A7-600EA4FB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5582-DC49-5181-7C53-7DEF7D4A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D04B-D05F-64BF-14AB-8964C6C7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661DF-436F-E551-B5D5-3C7A748A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4914-DBDF-FE8A-A40C-0CC97E67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87E7-BFE7-003C-7ADD-63B95BA40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D450-5107-424A-9054-544A2591524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8254-A4B4-E257-C7B0-98E8E77C2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145E-4C3E-E255-9D7F-1DAD2DDD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7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Amy Eskridge: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07300" y="1873037"/>
            <a:ext cx="7564361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DEAD at 34 in Huntsville, Alabama — a retired UK intelligence officer told Congress she was MURDERED with DIRECTED ENERGY WEAPONS.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Co-founded the Institute for Exotic Science researching ANTIGRAVITY, metamaterials, and gravity modification.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Her father was a retired NASA plasma physics engineer — she needed NASA APPROVAL before presenting her antigravity findings.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Based at University of Alabama in Huntsville — same campus where another antigravity researcher, Ning Li, was targeted and SILENCED.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told colleagues she was ready to bring antigravity research "into the open." She never got the chance.</a:t>
            </a:r>
          </a:p>
        </p:txBody>
      </p:sp>
      <p:pic>
        <p:nvPicPr>
          <p:cNvPr id="2" name="Picture 2" descr="The Silenced Spark: Dr. Amy Eskridge's Final Stand Against the Gravity of  Secrets | by Thumars | Medium">
            <a:extLst>
              <a:ext uri="{FF2B5EF4-FFF2-40B4-BE49-F238E27FC236}">
                <a16:creationId xmlns:a16="http://schemas.microsoft.com/office/drawing/2014/main" id="{32955344-6D94-2946-0F8D-B5DD94CBE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85" y="1096340"/>
            <a:ext cx="4668179" cy="382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Amy Eskridge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0;p31">
            <a:extLst>
              <a:ext uri="{FF2B5EF4-FFF2-40B4-BE49-F238E27FC236}">
                <a16:creationId xmlns:a16="http://schemas.microsoft.com/office/drawing/2014/main" id="{BE2670AC-86BF-BED1-9DFD-F3BAACB46752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BEA2-2A1F-1374-02BD-E86A504A5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409" y="113556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 Amy Eskridge (~2020) — Antigravity researcher, officially ruled suicide but alleged</a:t>
            </a:r>
          </a:p>
          <a:p>
            <a:r>
              <a:rPr lang="en-US" dirty="0"/>
              <a:t>  murder via directed energy weapons per UK intelligence officer's testimony to Congress.</a:t>
            </a:r>
          </a:p>
          <a:p>
            <a:r>
              <a:rPr lang="en-US" dirty="0"/>
              <a:t>  Was planning to present novel antigravity findings that required NASA approval.</a:t>
            </a:r>
          </a:p>
          <a:p>
            <a:r>
              <a:rPr lang="en-US" dirty="0"/>
              <a:t>  - Mark McCandlish (2021) — Aerospace illustrator and Disclosure Project witness, gunshot</a:t>
            </a:r>
          </a:p>
          <a:p>
            <a:r>
              <a:rPr lang="en-US" dirty="0"/>
              <a:t>  wound ruled suicide. Was about to testify before the Senate Intelligence Committee about</a:t>
            </a:r>
          </a:p>
          <a:p>
            <a:r>
              <a:rPr lang="en-US" dirty="0"/>
              <a:t>  classified alien reproduction vehicle programs.</a:t>
            </a:r>
          </a:p>
          <a:p>
            <a:r>
              <a:rPr lang="en-US" dirty="0"/>
              <a:t>  - Karl Wolfe (2018) — USAF veteran with top secret crypto clearance, struck by</a:t>
            </a:r>
          </a:p>
          <a:p>
            <a:r>
              <a:rPr lang="en-US" dirty="0"/>
              <a:t>  tractor-trailer while cycling, no charges filed, driver never publicly identified.</a:t>
            </a:r>
          </a:p>
          <a:p>
            <a:r>
              <a:rPr lang="en-US" dirty="0"/>
              <a:t>  Testified under oath about artificial structures on the far side of the Moon in</a:t>
            </a:r>
          </a:p>
          <a:p>
            <a:r>
              <a:rPr lang="en-US" dirty="0"/>
              <a:t>  classified NASA imagery.</a:t>
            </a:r>
          </a:p>
          <a:p>
            <a:r>
              <a:rPr lang="en-US" dirty="0"/>
              <a:t>  - Jeffrey Bradstreet (2015) — Gunshot wound to chest, found in a river three days after</a:t>
            </a:r>
          </a:p>
          <a:p>
            <a:r>
              <a:rPr lang="en-US" dirty="0"/>
              <a:t>  the FDA raided his clinic, ruled suicide. </a:t>
            </a:r>
            <a:r>
              <a:rPr lang="en-US" dirty="0" err="1"/>
              <a:t>GcMAF</a:t>
            </a:r>
            <a:r>
              <a:rPr lang="en-US" dirty="0"/>
              <a:t>/</a:t>
            </a:r>
            <a:r>
              <a:rPr lang="en-US" dirty="0" err="1"/>
              <a:t>nagalase</a:t>
            </a:r>
            <a:r>
              <a:rPr lang="en-US" dirty="0"/>
              <a:t> researcher who testified before</a:t>
            </a:r>
          </a:p>
          <a:p>
            <a:r>
              <a:rPr lang="en-US" dirty="0"/>
              <a:t>  Congress on vaccine safety.</a:t>
            </a:r>
          </a:p>
          <a:p>
            <a:r>
              <a:rPr lang="en-US" dirty="0"/>
              <a:t>  - Mitchell Gaynor (2015) — Found dead in woods near his country home, ruled suicide.</a:t>
            </a:r>
          </a:p>
          <a:p>
            <a:r>
              <a:rPr lang="en-US" dirty="0"/>
              <a:t>  Cornell-affiliated oncologist pioneering integrative cancer therapy; 11th holistic doctor</a:t>
            </a:r>
          </a:p>
          <a:p>
            <a:r>
              <a:rPr lang="en-US" dirty="0"/>
              <a:t>   to die in a 90-day wave.</a:t>
            </a:r>
          </a:p>
          <a:p>
            <a:r>
              <a:rPr lang="en-US" dirty="0"/>
              <a:t>  - Nicholas Gonzalez (2015) — Apparent cardiac event but autopsy did NOT confirm heart</a:t>
            </a:r>
          </a:p>
          <a:p>
            <a:r>
              <a:rPr lang="en-US" dirty="0"/>
              <a:t>  attack, final cause never publicly clarified. Cornell-trained physician whose</a:t>
            </a:r>
          </a:p>
          <a:p>
            <a:r>
              <a:rPr lang="en-US" dirty="0"/>
              <a:t>  enzyme-based cancer protocol threatened pharmaceutical industry.</a:t>
            </a:r>
          </a:p>
          <a:p>
            <a:r>
              <a:rPr lang="en-US" dirty="0"/>
              <a:t>  - Timothy Cunningham (2018) — CDC epidemiologist found in the Chattahoochee River seven</a:t>
            </a:r>
          </a:p>
          <a:p>
            <a:r>
              <a:rPr lang="en-US" dirty="0"/>
              <a:t>  weeks after vanishing, ruled suicide. Left all belongings behind; police admitted they</a:t>
            </a:r>
          </a:p>
          <a:p>
            <a:r>
              <a:rPr lang="en-US" dirty="0"/>
              <a:t>  could not explain how his body got into the river.</a:t>
            </a:r>
          </a:p>
          <a:p>
            <a:r>
              <a:rPr lang="en-US" dirty="0"/>
              <a:t>  - Fred Bell (2011) — Nuclear physicist who died within 48 hours of filming an interview</a:t>
            </a:r>
          </a:p>
          <a:p>
            <a:r>
              <a:rPr lang="en-US" dirty="0"/>
              <a:t>  with Jesse Ventura about directed energy weapons and classified programs. Official cause</a:t>
            </a:r>
          </a:p>
          <a:p>
            <a:r>
              <a:rPr lang="en-US" dirty="0"/>
              <a:t>  was heart disease.</a:t>
            </a:r>
          </a:p>
          <a:p>
            <a:r>
              <a:rPr lang="en-US" dirty="0"/>
              <a:t>  - Monica Jacinto Reza (2025) — Vanished hiking, no trace found, declared dead four days</a:t>
            </a:r>
          </a:p>
          <a:p>
            <a:r>
              <a:rPr lang="en-US" dirty="0"/>
              <a:t>  later while search-and-rescue was still active. Co-inventor of the </a:t>
            </a:r>
            <a:r>
              <a:rPr lang="en-US" dirty="0" err="1"/>
              <a:t>Mondaloy</a:t>
            </a:r>
            <a:r>
              <a:rPr lang="en-US" dirty="0"/>
              <a:t> superalloy</a:t>
            </a:r>
          </a:p>
          <a:p>
            <a:r>
              <a:rPr lang="en-US" dirty="0"/>
              <a:t>  critical to national security rocket programs.</a:t>
            </a:r>
          </a:p>
          <a:p>
            <a:r>
              <a:rPr lang="en-US" dirty="0"/>
              <a:t>  - William McCasland (2026) — Retired USAF Major General, vanished from his Albuquerque</a:t>
            </a:r>
          </a:p>
          <a:p>
            <a:r>
              <a:rPr lang="en-US" dirty="0"/>
              <a:t>  home, FBI involved. Commanded Air Force Research Laboratory ($4.4B portfolio) spanning</a:t>
            </a:r>
          </a:p>
          <a:p>
            <a:r>
              <a:rPr lang="en-US" dirty="0"/>
              <a:t>  plasma science, directed energy, and advanced propulsion; connected to UAP disclosure via</a:t>
            </a:r>
          </a:p>
          <a:p>
            <a:r>
              <a:rPr lang="en-US" dirty="0"/>
              <a:t>   DeLonge/Podesta WikiLeaks emails.</a:t>
            </a:r>
          </a:p>
          <a:p>
            <a:r>
              <a:rPr lang="en-US" dirty="0"/>
              <a:t>  - Jason Thomas (2025) — Novartis assistant director, left home without phone, wallet, or</a:t>
            </a:r>
          </a:p>
          <a:p>
            <a:r>
              <a:rPr lang="en-US" dirty="0"/>
              <a:t>  coat; body found in a frozen lake three months later. Vanished three days before an MIT</a:t>
            </a:r>
          </a:p>
          <a:p>
            <a:r>
              <a:rPr lang="en-US" dirty="0"/>
              <a:t>  physicist was shot dead 10 miles away; part of the five-scientist cluster named by Rep.</a:t>
            </a:r>
          </a:p>
          <a:p>
            <a:r>
              <a:rPr lang="en-US" dirty="0"/>
              <a:t>  Tim Burchett.</a:t>
            </a:r>
          </a:p>
        </p:txBody>
      </p:sp>
    </p:spTree>
    <p:extLst>
      <p:ext uri="{BB962C8B-B14F-4D97-AF65-F5344CB8AC3E}">
        <p14:creationId xmlns:p14="http://schemas.microsoft.com/office/powerpoint/2010/main" val="64565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Nuno Loureiro: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Nuno Loureiro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35442" y="1878198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SHOT DEAD at his home in Brookline, Massachusetts on December 15, 2025. He was 47.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Director of MIT's Plasma Science and Fusion Center — one of the world's LEADING fusion research facilities.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Received the Presidential Early Career Award from Joe Biden just months before his MURDER.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breakthrough: proving that 50-year-old textbook physics on magnetic reconnection was FUNDAMENTALLY wrong.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Survived by his wife and children. Portuguese-born, Herman </a:t>
            </a:r>
            <a:r>
              <a:rPr dirty="0" err="1"/>
              <a:t>Feshbach</a:t>
            </a:r>
            <a:r>
              <a:rPr dirty="0"/>
              <a:t> Professor of Physics at MIT.</a:t>
            </a:r>
          </a:p>
        </p:txBody>
      </p:sp>
      <p:pic>
        <p:nvPicPr>
          <p:cNvPr id="16" name="Picture 15" descr="Nuno_Lourei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066" y="1100088"/>
            <a:ext cx="517983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Dorothy Kilgallen: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Dorothy Kilgallen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56862" y="1878198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DEAD at 52 — found in her Manhattan townhouse. Ruled "CIRCUMSTANCES UNDETERMINED" by the medical examiner.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America's most famous female journalist — 20 MILLION readers, CBS star of What's My Line? for 15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 1955 she published a front-page story: a British Cabinet official confirmed UFOs were REAL and had been examined.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was also investigating the JFK ASSASSINATION and had a private interview with Jack Ruby.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Told her lawyer: "I'm going to break the real story and have the biggest SCOOP of the century." She never did.</a:t>
            </a:r>
          </a:p>
        </p:txBody>
      </p:sp>
      <p:pic>
        <p:nvPicPr>
          <p:cNvPr id="16" name="Picture 15" descr="Dorothy_Kilgall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880" y="1100088"/>
            <a:ext cx="391620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Karl_Wolf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451" y="1100088"/>
            <a:ext cx="2363063" cy="38848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Karl Wolfe: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Karl Wolfe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8579" y="1867260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STRUCK AND KILLED by a tractor-trailer while cycling on October 10, 2018. He was 74.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Former Air Force sergeant with TOP SECRET CRYPTO clearance who testified about structures on the far side of the MOON.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At the 2001 Disclosure Project, he swore under oath that he was shown NASA Lunar Orbiter photos of ARTIFICIAL structures.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Worked as a precision electronics technician at Langley Air Force Base processing CLASSIFIED imagery.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Born and raised in Lansing, New York — killed in Lansing, New York. Youngest of seven children.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9D3A02-22EC-4ADF-B31F-B6A75E9DC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664" y="1095064"/>
            <a:ext cx="5524359" cy="31051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Mark McCandlish: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Mark McCandlish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76331" y="1813727"/>
            <a:ext cx="7024042" cy="3754874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DEAD from a GUNSHOT wound on April 13, 2021 — after reportedly offering to testify before the Senate Intelligence Committee.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Aerospace illustrator who spent 30 years producing the most detailed engineering analysis of a US-built ANTIGRAVITY craft.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source saw THREE disc-shaped craft HOVERING silently at Norton Air Force Base in 1988.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Testified at the 2001 Disclosure Project describing the Alien Reproduction Vehicle with precise TECHNICAL specifications.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Killed in Redding, California. He had just presented his most detailed breakdown of the craft's CAPACITOR propulsion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hristopher Fallen Profile Photo">
            <a:extLst>
              <a:ext uri="{FF2B5EF4-FFF2-40B4-BE49-F238E27FC236}">
                <a16:creationId xmlns:a16="http://schemas.microsoft.com/office/drawing/2014/main" id="{B2AC06A7-2885-3C42-1FE4-2866A7130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594" y="1100088"/>
            <a:ext cx="3062736" cy="382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1" y="1288262"/>
            <a:ext cx="7213675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Christopher Fallen: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6" y="6291451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35442" y="1937976"/>
            <a:ext cx="8354040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Former HAARP chief scientist found BOUND with duct tape, belt around his neck, head wrapped in tape. ASPHYXIATED in his own home. Age 4</a:t>
            </a:r>
            <a:r>
              <a:rPr lang="en-US" dirty="0"/>
              <a:t>6</a:t>
            </a:r>
            <a:r>
              <a:rPr dirty="0"/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Senior physicist at the Air Force Research Laboratory working on CLASSIFIED ionospheric and plasma weapons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One suspect convicted of FIRST-DEGREE murder. The co-defendant fled to El Paso and died of an OVERDOSE before trial.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death was the FIRST in a cluster of defense scientist deaths across New Mexico in 2024.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Worked at Kirtland Air Force Base — home to directed energy weapons, space vehicles, and some of America's most SECRET programs.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5055282"/>
            <a:ext cx="4550222" cy="12361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Christopher Fallen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Max Spiers: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Max Spiers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2" y="1905506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DEAD at 39 in Warsaw, Poland — reportedly VOMITED liters of black liquid before dying on July 16, 2016.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Days before, he texted his mother: "If anything happens to me, INVESTIGATE."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British UFO researcher who investigated secret military MIND CONTROL programs and "super soldier" experiments.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Father of two children. Born in Canterbury, England. His mother Vanessa fought publicly for answers.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Polish authorities initially found "no evidence of a crime." His mother demanded a proper investigation.</a:t>
            </a:r>
          </a:p>
        </p:txBody>
      </p:sp>
      <p:pic>
        <p:nvPicPr>
          <p:cNvPr id="16" name="Picture 15" descr="Max_Spi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563" y="1100088"/>
            <a:ext cx="289484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Nikola Tesla: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Nikola Tesla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7466" y="1867260"/>
            <a:ext cx="7685659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January 7, 1943 — the government SEIZED 80 trunks of his papers within hours. Twenty trunks were NEVER returned.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Inventor of AC electricity, wireless power, and directed energy weapons — 300+ PATENTS that built the modern world.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FBI Director Hoover personally ordered Tesla's papers classified TOP SECRET.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government sent an MIT physicist to evaluate the papers and declared them "nothing of significant VALUE." Nobody believes 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lit 200 lamps from 25 miles away WITHOUT WIRES in 1899. His </a:t>
            </a:r>
            <a:r>
              <a:rPr dirty="0" err="1"/>
              <a:t>Wardenclyffe</a:t>
            </a:r>
            <a:r>
              <a:rPr dirty="0"/>
              <a:t> Tower would have given the world FREE energy.</a:t>
            </a:r>
          </a:p>
        </p:txBody>
      </p:sp>
      <p:pic>
        <p:nvPicPr>
          <p:cNvPr id="16" name="Picture 15" descr="Nikola_Tes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168" y="1100088"/>
            <a:ext cx="289916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 High Frequency Gravitational Waves Explain Li &amp; Podkletnov's  Experimental Results? | by Tim Ventura | Dialogue &amp; Discourse | Medium">
            <a:extLst>
              <a:ext uri="{FF2B5EF4-FFF2-40B4-BE49-F238E27FC236}">
                <a16:creationId xmlns:a16="http://schemas.microsoft.com/office/drawing/2014/main" id="{D4FB9850-B35A-1E3D-AFEB-CBF6D07248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4" r="32742"/>
          <a:stretch>
            <a:fillRect/>
          </a:stretch>
        </p:blipFill>
        <p:spPr bwMode="auto">
          <a:xfrm>
            <a:off x="9167204" y="926960"/>
            <a:ext cx="2907132" cy="500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Ning Li: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437045" y="5409707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Ning Li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456816" y="6165941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91731" y="1992069"/>
            <a:ext cx="8575144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July 27, 2021 — physicist who published PEER-REVIEWED theory on generating gravity using superconductors.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Received a 48,970 Department of Defense GRANT for antigravity research. Results were NEVER published.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Her son confirmed she continued working for the DoD but stopped publishing after getting a TOP SECRET clearance.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 2014, a vehicle accident destroyed her COGNITIVE capacity — ending her ability to continue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Chinese-American physicist at University of Alabama in Huntsville. Her work was CLASSIFIED, not abandoned.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7488382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Stanton Friedman: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666494" y="5180908"/>
            <a:ext cx="4379731" cy="16770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Stanton Friedman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29030" y="2003478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May 13, 2019, at age 84 — nuclear physicist who became the world's foremost SCIENTIFIC UFO researcher.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Worked on CLASSIFIED fission and fusion rocket programs at GE, Westinghouse, McDonnell Douglas, and TRW.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Proposed magnetohydrodynamic propulsion as the physics behind UFO flight — based on his hands-on NUCLEAR experience.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Testified before Congress in 1968: "The evidence is OVERWHELMING that Earth is being visited."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Gave over 700 lectures at colleges and conferences. The original Roswell researcher. Natural causes at 84.</a:t>
            </a:r>
          </a:p>
        </p:txBody>
      </p:sp>
      <p:pic>
        <p:nvPicPr>
          <p:cNvPr id="16" name="Picture 15" descr="Stanton_Friedm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838" y="1100088"/>
            <a:ext cx="3162289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Harald Malmgren: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7466" y="1937976"/>
            <a:ext cx="8219442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February 13, 2025 — served four US presidents as economist and diplomat.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 his final year, claimed he personally HANDLED debris from a crashed UFO and witnessed a 1962 craft SHOOT-DOWN.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Said he held an Atomic Energy Commission Q-CLEARANCE — the highest level for nuclear and physics secrets.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DEBUNKED after death: declassified FBI files proved he NEVER held a Q-clearance and FABRICATED key claims.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Cautionary tale: even credentialed officials can introduce FALSE data points into the UAP evidence base.</a:t>
            </a:r>
          </a:p>
        </p:txBody>
      </p:sp>
      <p:pic>
        <p:nvPicPr>
          <p:cNvPr id="16" name="Picture 15" descr="Harald_Malmgr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849" y="1070199"/>
            <a:ext cx="2526361" cy="3884876"/>
          </a:xfrm>
          <a:prstGeom prst="rect">
            <a:avLst/>
          </a:prstGeom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21834" y="5187287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Harald Malmgren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082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Bedini: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07300" y="1878198"/>
            <a:ext cx="7863995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November 5, 2016, at age 67 in Coeur d'Alene, Idaho — free energy inventor for four decades.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Built electromagnetic motor-generators that allegedly pulled energy from the QUANTUM VACUUM.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Bedini Motor design was replicated by thousands of experimenters worldwide — the most OPEN-SOURCE free energy device ever.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Former audio engineer who founded Bedini Electronics — his amplifiers OUTPERFORMED the industry.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Collaborated with Tom Bearden on scalar electromagnetics. Claimed the energy establishment had SUPPRESSED radiant energy for a century.</a:t>
            </a:r>
          </a:p>
        </p:txBody>
      </p:sp>
      <p:pic>
        <p:nvPicPr>
          <p:cNvPr id="16" name="Picture 15" descr="John_Bedin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048" y="1100088"/>
            <a:ext cx="3431869" cy="3884876"/>
          </a:xfrm>
          <a:prstGeom prst="rect">
            <a:avLst/>
          </a:prstGeom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Bedini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3825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2018</Words>
  <Application>Microsoft Macintosh PowerPoint</Application>
  <PresentationFormat>Widescreen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Starbuck</dc:creator>
  <cp:lastModifiedBy>Bryan Starbuck</cp:lastModifiedBy>
  <cp:revision>68</cp:revision>
  <dcterms:created xsi:type="dcterms:W3CDTF">2026-02-13T11:27:00Z</dcterms:created>
  <dcterms:modified xsi:type="dcterms:W3CDTF">2026-04-02T18:13:29Z</dcterms:modified>
</cp:coreProperties>
</file>