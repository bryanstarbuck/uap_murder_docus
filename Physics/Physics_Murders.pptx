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72" r:id="rId2"/>
    <p:sldId id="323" r:id="rId3"/>
    <p:sldId id="281" r:id="rId4"/>
    <p:sldId id="273" r:id="rId5"/>
    <p:sldId id="276" r:id="rId6"/>
    <p:sldId id="277" r:id="rId7"/>
    <p:sldId id="283" r:id="rId8"/>
    <p:sldId id="278" r:id="rId9"/>
    <p:sldId id="279" r:id="rId10"/>
    <p:sldId id="280" r:id="rId11"/>
    <p:sldId id="282" r:id="rId12"/>
    <p:sldId id="274" r:id="rId13"/>
    <p:sldId id="275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423"/>
    <p:restoredTop sz="98824"/>
  </p:normalViewPr>
  <p:slideViewPr>
    <p:cSldViewPr snapToGrid="0">
      <p:cViewPr varScale="1">
        <p:scale>
          <a:sx n="254" d="100"/>
          <a:sy n="254" d="100"/>
        </p:scale>
        <p:origin x="2168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338DA5-8184-4C47-BB83-93BD68CF2D6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2AC833-F51B-3D43-A4DD-25ACF7110A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4807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2AC833-F51B-3D43-A4DD-25ACF7110A5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5129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2AC833-F51B-3D43-A4DD-25ACF7110A5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1699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2AC833-F51B-3D43-A4DD-25ACF7110A5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3069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2AC833-F51B-3D43-A4DD-25ACF7110A5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6538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2AC833-F51B-3D43-A4DD-25ACF7110A5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1877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2AC833-F51B-3D43-A4DD-25ACF7110A5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5549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2AC833-F51B-3D43-A4DD-25ACF7110A5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0132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2AC833-F51B-3D43-A4DD-25ACF7110A5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0080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2AC833-F51B-3D43-A4DD-25ACF7110A5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0070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2AC833-F51B-3D43-A4DD-25ACF7110A5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5993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2AC833-F51B-3D43-A4DD-25ACF7110A5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0283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2AC833-F51B-3D43-A4DD-25ACF7110A5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1836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2AC833-F51B-3D43-A4DD-25ACF7110A5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4370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622CD-B4DC-D0F2-6403-69813212C2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7A3311-815E-53F9-EBCB-A70F7F0E35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A8F88A-1C7B-0F5D-C113-2505D67ED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2DA091-7266-59EA-6092-74DFF11D0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ACCCE-7C59-7C10-A5E3-3884268C2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1172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F1E3D-7EC3-1B32-2CDA-F87DEA9AB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6BF45-02EC-3D87-951C-98C5A9756A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B6E84-2348-AC62-515C-6EF0F8061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16967A-7E40-DC14-D41A-B0AD8E4D3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1DD9BF-8221-4B08-C2C0-BC1FB17AB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476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F6DEF-F09A-7B59-0105-922F9718E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158BF3-49BA-8B64-4A16-754E19B50F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ED5A1-4F53-A752-01EA-E1A440FA0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4DE6C-1ACB-0CBD-2D28-3B7C8EEA3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D98334-1363-D93F-0C7C-1E8B8C3D7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3076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5F4BE-8BF4-7051-5205-9F2E1DF26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5B6F0-9259-6E4B-BD05-3FCA2360F8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BE62DC-2735-440A-8929-08844E370C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A616B0-0073-BED2-CC83-19C9C09BD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414C63-2D9B-97D2-E53A-A893F9ACD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E0DE18-BD84-468F-E18B-D15951744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756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002C9-D727-6123-8450-09F64BCFE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1AEC67-7951-11B9-ED04-43CB5D04F3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51B9B3-F9BB-543F-5943-63986C9C01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843766-DD60-B5A8-2C84-81D7AA71F9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4E7B61-31DA-BAAD-4B3A-26D10DDE49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84003F-D89A-8F24-BDE1-C45D350E4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1108629-F5CD-FC65-C958-63A60FE49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0CEAF09-909C-3104-C61E-DE10DA0FC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1805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94235-1093-EE67-B6E6-CFCB8F7A0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E5959F-28A0-07CB-5C74-2F4731DFA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D5A0AC-3564-8121-2642-5A43B03DE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93C0F1-81B5-D94C-51A7-914292998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316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FBE2BB-8EA7-E86E-2D56-E686BFC01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4FB878-612B-2082-446F-210A572D1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D3A47-2674-14A6-9172-5D8D9C265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20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D6723-1313-ABFA-BE2B-177C63AB7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B0BCB-0796-5CFD-A09F-24EA93BEB4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105C70-BADE-F9A7-5FA3-B22493DFCF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E22E40-C7F3-C94D-C449-A23B2FFF4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A8BA8B-3690-D914-CD33-155971194E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D87DC-66EE-CE10-00AC-925790225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983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AA33-939E-7047-DA45-E61008106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8BF70B-BCA8-4567-FBB8-E1E4EE2453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579E0A-3A9A-537B-2D75-42CC3C5B7D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B33C6F-4A39-85C1-3CEF-AEFA529FB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3A1F68-C48F-E912-1A7E-A57C36819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7BBA21-BD1F-FDF5-B754-9AD62AB28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2281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BF493-938D-3D30-ED41-1F25386CB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C83440-EB61-D177-718D-B10F13FCA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F3B7BF-E7FB-CBDF-076A-EA2A772B4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923252-89DC-D082-EC1E-4FE9358CE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963BB7-D067-B624-1639-05057F2A9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249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5F5C93-17AF-E420-81D7-D3D3638BD0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0DF6E8-AC8A-B902-1CBC-6BA7B919B3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A9B5B1-A97B-92FE-93A7-600EA4FB6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875582-DC49-5181-7C53-7DEF7D4A5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6DD04B-D05F-64BF-14AB-8964C6C75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54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C661DF-436F-E551-B5D5-3C7A748A3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D74914-DBDF-FE8A-A40C-0CC97E674A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E687E7-BFE7-003C-7ADD-63B95BA406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418254-A4B4-E257-C7B0-98E8E77C2C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4145E-4C3E-E255-9D7F-1DAD2DDD3D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471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The Silenced Spark: Dr. Amy Eskridge's Final Stand Against the Gravity of  Secrets | by Thumars | Medium">
            <a:extLst>
              <a:ext uri="{FF2B5EF4-FFF2-40B4-BE49-F238E27FC236}">
                <a16:creationId xmlns:a16="http://schemas.microsoft.com/office/drawing/2014/main" id="{32955344-6D94-2946-0F8D-B5DD94CBE3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3985" y="1096340"/>
            <a:ext cx="4668179" cy="3828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Amy Eskridge: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 40+ Murdered: Physics Breakthroughs Hidden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https://uapmurders.com/physics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Amy Eskridge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07300" y="1873037"/>
            <a:ext cx="7564361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DEAD at 34 in Huntsville, Alabama — a retired UK intelligence officer told Congress she was MURDERED with DIRECTED ENERGY WEAPONS.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Co-founded the Institute for Exotic Science researching ANTIGRAVITY, metamaterials, and gravity modification.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Her father was a retired NASA plasma physics engineer — she needed NASA APPROVAL before presenting her antigravity findings.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Based at University of Alabama in Huntsville — same campus where another antigravity researcher, Ning Li, was targeted and SILENCED.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She told colleagues she was ready to bring antigravity research "into the open." She never got the chance.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3BEA2-2A1F-1374-02BD-E86A504A5B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6409" y="113556"/>
            <a:ext cx="10515600" cy="4351338"/>
          </a:xfrm>
        </p:spPr>
        <p:txBody>
          <a:bodyPr>
            <a:normAutofit fontScale="25000" lnSpcReduction="20000"/>
          </a:bodyPr>
          <a:lstStyle/>
          <a:p>
            <a:r>
              <a:rPr lang="en-US" dirty="0"/>
              <a:t> Amy Eskridge (~2020) — Antigravity researcher, officially ruled suicide but alleged</a:t>
            </a:r>
          </a:p>
          <a:p>
            <a:r>
              <a:rPr lang="en-US" dirty="0"/>
              <a:t>  murder via directed energy weapons per UK intelligence officer's testimony to Congress.</a:t>
            </a:r>
          </a:p>
          <a:p>
            <a:r>
              <a:rPr lang="en-US" dirty="0"/>
              <a:t>  Was planning to present novel antigravity findings that required NASA approval.</a:t>
            </a:r>
          </a:p>
          <a:p>
            <a:r>
              <a:rPr lang="en-US" dirty="0"/>
              <a:t>  - Mark McCandlish (2021) — Aerospace illustrator and Disclosure Project witness, gunshot</a:t>
            </a:r>
          </a:p>
          <a:p>
            <a:r>
              <a:rPr lang="en-US" dirty="0"/>
              <a:t>  wound ruled suicide. Was about to testify before the Senate Intelligence Committee about</a:t>
            </a:r>
          </a:p>
          <a:p>
            <a:r>
              <a:rPr lang="en-US" dirty="0"/>
              <a:t>  classified alien reproduction vehicle programs.</a:t>
            </a:r>
          </a:p>
          <a:p>
            <a:r>
              <a:rPr lang="en-US" dirty="0"/>
              <a:t>  - Karl Wolfe (2018) — USAF veteran with top secret crypto clearance, struck by</a:t>
            </a:r>
          </a:p>
          <a:p>
            <a:r>
              <a:rPr lang="en-US" dirty="0"/>
              <a:t>  tractor-trailer while cycling, no charges filed, driver never publicly identified.</a:t>
            </a:r>
          </a:p>
          <a:p>
            <a:r>
              <a:rPr lang="en-US" dirty="0"/>
              <a:t>  Testified under oath about artificial structures on the far side of the Moon in</a:t>
            </a:r>
          </a:p>
          <a:p>
            <a:r>
              <a:rPr lang="en-US" dirty="0"/>
              <a:t>  classified NASA imagery.</a:t>
            </a:r>
          </a:p>
          <a:p>
            <a:r>
              <a:rPr lang="en-US" dirty="0"/>
              <a:t>  - Jeffrey Bradstreet (2015) — Gunshot wound to chest, found in a river three days after</a:t>
            </a:r>
          </a:p>
          <a:p>
            <a:r>
              <a:rPr lang="en-US" dirty="0"/>
              <a:t>  the FDA raided his clinic, ruled suicide. </a:t>
            </a:r>
            <a:r>
              <a:rPr lang="en-US" dirty="0" err="1"/>
              <a:t>GcMAF</a:t>
            </a:r>
            <a:r>
              <a:rPr lang="en-US" dirty="0"/>
              <a:t>/</a:t>
            </a:r>
            <a:r>
              <a:rPr lang="en-US" dirty="0" err="1"/>
              <a:t>nagalase</a:t>
            </a:r>
            <a:r>
              <a:rPr lang="en-US" dirty="0"/>
              <a:t> researcher who testified before</a:t>
            </a:r>
          </a:p>
          <a:p>
            <a:r>
              <a:rPr lang="en-US" dirty="0"/>
              <a:t>  Congress on vaccine safety.</a:t>
            </a:r>
          </a:p>
          <a:p>
            <a:r>
              <a:rPr lang="en-US" dirty="0"/>
              <a:t>  - Mitchell Gaynor (2015) — Found dead in woods near his country home, ruled suicide.</a:t>
            </a:r>
          </a:p>
          <a:p>
            <a:r>
              <a:rPr lang="en-US" dirty="0"/>
              <a:t>  Cornell-affiliated oncologist pioneering integrative cancer therapy; 11th holistic doctor</a:t>
            </a:r>
          </a:p>
          <a:p>
            <a:r>
              <a:rPr lang="en-US" dirty="0"/>
              <a:t>   to die in a 90-day wave.</a:t>
            </a:r>
          </a:p>
          <a:p>
            <a:r>
              <a:rPr lang="en-US" dirty="0"/>
              <a:t>  - Nicholas Gonzalez (2015) — Apparent cardiac event but autopsy did NOT confirm heart</a:t>
            </a:r>
          </a:p>
          <a:p>
            <a:r>
              <a:rPr lang="en-US" dirty="0"/>
              <a:t>  attack, final cause never publicly clarified. Cornell-trained physician whose</a:t>
            </a:r>
          </a:p>
          <a:p>
            <a:r>
              <a:rPr lang="en-US" dirty="0"/>
              <a:t>  enzyme-based cancer protocol threatened pharmaceutical industry.</a:t>
            </a:r>
          </a:p>
          <a:p>
            <a:r>
              <a:rPr lang="en-US" dirty="0"/>
              <a:t>  - Timothy Cunningham (2018) — CDC epidemiologist found in the Chattahoochee River seven</a:t>
            </a:r>
          </a:p>
          <a:p>
            <a:r>
              <a:rPr lang="en-US" dirty="0"/>
              <a:t>  weeks after vanishing, ruled suicide. Left all belongings behind; police admitted they</a:t>
            </a:r>
          </a:p>
          <a:p>
            <a:r>
              <a:rPr lang="en-US" dirty="0"/>
              <a:t>  could not explain how his body got into the river.</a:t>
            </a:r>
          </a:p>
          <a:p>
            <a:r>
              <a:rPr lang="en-US" dirty="0"/>
              <a:t>  - Fred Bell (2011) — Nuclear physicist who died within 48 hours of filming an interview</a:t>
            </a:r>
          </a:p>
          <a:p>
            <a:r>
              <a:rPr lang="en-US" dirty="0"/>
              <a:t>  with Jesse Ventura about directed energy weapons and classified programs. Official cause</a:t>
            </a:r>
          </a:p>
          <a:p>
            <a:r>
              <a:rPr lang="en-US" dirty="0"/>
              <a:t>  was heart disease.</a:t>
            </a:r>
          </a:p>
          <a:p>
            <a:r>
              <a:rPr lang="en-US" dirty="0"/>
              <a:t>  - Monica Jacinto Reza (2025) — Vanished hiking, no trace found, declared dead four days</a:t>
            </a:r>
          </a:p>
          <a:p>
            <a:r>
              <a:rPr lang="en-US" dirty="0"/>
              <a:t>  later while search-and-rescue was still active. Co-inventor of the </a:t>
            </a:r>
            <a:r>
              <a:rPr lang="en-US" dirty="0" err="1"/>
              <a:t>Mondaloy</a:t>
            </a:r>
            <a:r>
              <a:rPr lang="en-US" dirty="0"/>
              <a:t> superalloy</a:t>
            </a:r>
          </a:p>
          <a:p>
            <a:r>
              <a:rPr lang="en-US" dirty="0"/>
              <a:t>  critical to national security rocket programs.</a:t>
            </a:r>
          </a:p>
          <a:p>
            <a:r>
              <a:rPr lang="en-US" dirty="0"/>
              <a:t>  - William McCasland (2026) — Retired USAF Major General, vanished from his Albuquerque</a:t>
            </a:r>
          </a:p>
          <a:p>
            <a:r>
              <a:rPr lang="en-US" dirty="0"/>
              <a:t>  home, FBI involved. Commanded Air Force Research Laboratory ($4.4B portfolio) spanning</a:t>
            </a:r>
          </a:p>
          <a:p>
            <a:r>
              <a:rPr lang="en-US" dirty="0"/>
              <a:t>  plasma science, directed energy, and advanced propulsion; connected to UAP disclosure via</a:t>
            </a:r>
          </a:p>
          <a:p>
            <a:r>
              <a:rPr lang="en-US" dirty="0"/>
              <a:t>   DeLonge/Podesta WikiLeaks emails.</a:t>
            </a:r>
          </a:p>
          <a:p>
            <a:r>
              <a:rPr lang="en-US" dirty="0"/>
              <a:t>  - Jason Thomas (2025) — Novartis assistant director, left home without phone, wallet, or</a:t>
            </a:r>
          </a:p>
          <a:p>
            <a:r>
              <a:rPr lang="en-US" dirty="0"/>
              <a:t>  coat; body found in a frozen lake three months later. Vanished three days before an MIT</a:t>
            </a:r>
          </a:p>
          <a:p>
            <a:r>
              <a:rPr lang="en-US" dirty="0"/>
              <a:t>  physicist was shot dead 10 miles away; part of the five-scientist cluster named by Rep.</a:t>
            </a:r>
          </a:p>
          <a:p>
            <a:r>
              <a:rPr lang="en-US" dirty="0"/>
              <a:t>  Tim Burchett.</a:t>
            </a:r>
          </a:p>
        </p:txBody>
      </p:sp>
    </p:spTree>
    <p:extLst>
      <p:ext uri="{BB962C8B-B14F-4D97-AF65-F5344CB8AC3E}">
        <p14:creationId xmlns:p14="http://schemas.microsoft.com/office/powerpoint/2010/main" val="6456516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Nuno Loureiro: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 40+ Murdered: Physics Breakthroughs Hidden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https://uapmurders.com/physics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Nuno Loureiro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35442" y="1878198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SHOT DEAD at his home in Brookline, Massachusetts on December 15, 2025. He was 47.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Director of MIT's Plasma Science and Fusion Center — one of the world's LEADING fusion research facilities.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Received the Presidential Early Career Award from Joe Biden just months before his MURDER.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breakthrough: proving that 50-year-old textbook physics on magnetic reconnection was FUNDAMENTALLY wrong.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Survived by his wife and children. Portuguese-born, Herman </a:t>
            </a:r>
            <a:r>
              <a:rPr dirty="0" err="1"/>
              <a:t>Feshbach</a:t>
            </a:r>
            <a:r>
              <a:rPr dirty="0"/>
              <a:t> Professor of Physics at MIT.</a:t>
            </a:r>
          </a:p>
        </p:txBody>
      </p:sp>
      <p:pic>
        <p:nvPicPr>
          <p:cNvPr id="16" name="Picture 15" descr="Nuno_Lourei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1066" y="1100088"/>
            <a:ext cx="5179834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Dorothy Kilgallen: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 40+ Murdered: Physics Breakthroughs Hidden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https://uapmurders.com/physics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Dorothy Kilgallen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DEAD at 52 — found in her Manhattan townhouse. Ruled "CIRCUMSTANCES UNDETERMINED" by the medical examiner.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America's most famous female journalist — 20 MILLION readers, CBS star of What's My Line? for 15 years.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 1955 she published a front-page story: a British Cabinet official confirmed UFOs were REAL and had been examined.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She was also investigating the JFK ASSASSINATION and had a private interview with Jack Ruby.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Told her lawyer: "I'm going to break the real story and have the biggest SCOOP of the century." She never did.</a:t>
            </a:r>
          </a:p>
        </p:txBody>
      </p:sp>
      <p:pic>
        <p:nvPicPr>
          <p:cNvPr id="16" name="Picture 15" descr="Dorothy_Kilgall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2880" y="1100088"/>
            <a:ext cx="3916205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Karl Wolfe: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 40+ Murdered: Physics Breakthroughs Hidden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https://uapmurders.com/physics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Karl Wolfe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STRUCK AND KILLED by a tractor-trailer while cycling on October 10, 2018. He was 74.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Former Air Force sergeant with TOP SECRET CRYPTO clearance who testified about structures on the far side of the MOON.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At the 2001 Disclosure Project, he swore under oath that he was shown NASA Lunar Orbiter photos of ARTIFICIAL structures.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Worked as a precision electronics technician at Langley Air Force Base processing CLASSIFIED imagery.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Born and raised in Lansing, New York — killed in Lansing, New York. Youngest of seven children.</a:t>
            </a:r>
          </a:p>
        </p:txBody>
      </p:sp>
      <p:pic>
        <p:nvPicPr>
          <p:cNvPr id="16" name="Picture 15" descr="Karl_Wolf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9451" y="1100088"/>
            <a:ext cx="236306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39D3A02-22EC-4ADF-B31F-B6A75E9DC5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2664" y="1095064"/>
            <a:ext cx="5524359" cy="310514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Mark McCandlish: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 40+ Murdered: Physics Breakthroughs Hidden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https://uapmurders.com/physics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Mark McCandlish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76331" y="1813727"/>
            <a:ext cx="7024042" cy="3754874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DEAD from a GUNSHOT wound on April 13, 2021 — after reportedly offering to testify before the Senate Intelligence Committee.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Aerospace illustrator who spent 30 years producing the most detailed engineering analysis of a US-built ANTIGRAVITY craft.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source saw THREE disc-shaped craft HOVERING silently at Norton Air Force Base in 1988.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Testified at the 2001 Disclosure Project describing the Alien Reproduction Vehicle with precise TECHNICAL specifications.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Killed in Redding, California. He had just presented his most detailed breakdown of the craft's CAPACITOR propulsion system.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Christopher Fallen Profile Photo">
            <a:extLst>
              <a:ext uri="{FF2B5EF4-FFF2-40B4-BE49-F238E27FC236}">
                <a16:creationId xmlns:a16="http://schemas.microsoft.com/office/drawing/2014/main" id="{B2AC06A7-2885-3C42-1FE4-2866A7130D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13594" y="1100088"/>
            <a:ext cx="3062736" cy="3825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1" y="1288262"/>
            <a:ext cx="7213675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Christopher Fallen: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rgbClr val="000000"/>
              </a:buClr>
              <a:buSzPts val="1600"/>
            </a:pPr>
            <a:r>
              <a:rPr lang="en-US" sz="4400" dirty="0">
                <a:solidFill>
                  <a:schemeClr val="lt1"/>
                </a:solidFill>
              </a:rPr>
              <a:t> 40+ Murdered: Physics Breakthroughs Hidden</a:t>
            </a:r>
            <a:endParaRPr lang="en-US" sz="28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6" y="6291451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35442" y="1937976"/>
            <a:ext cx="8354040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Former HAARP chief scientist found BOUND with duct tape, belt around his neck, head wrapped in tape. ASPHYXIATED in his own home. Age 48.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Senior physicist at the Air Force Research Laboratory working on CLASSIFIED ionospheric and plasma weapons research.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One suspect convicted of FIRST-DEGREE murder. The co-defendant fled to El Paso and died of an OVERDOSE before trial.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death was the FIRST in a cluster of defense scientist deaths across New Mexico in 2024.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Worked at Kirtland Air Force Base — home to directed energy weapons, space vehicles, and some of America's most SECRET programs.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5055282"/>
            <a:ext cx="4550222" cy="123616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Christopher Fallen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Max Spiers: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 40+ Murdered: Physics Breakthroughs Hidden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https://uapmurders.com/physics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Max Spiers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40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DEAD at 39 in Warsaw, Poland — reportedly VOMITED liters of black liquid before dying on July 16, 2016.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Days before, he texted his mother: "If anything happens to me, INVESTIGATE."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British UFO researcher who investigated secret military MIND CONTROL programs and "super soldier" experiments.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Father of two children. Born in Canterbury, England. His mother Vanessa fought publicly for answers.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Polish authorities initially found "no evidence of a crime." His mother demanded a proper investigation.</a:t>
            </a:r>
          </a:p>
        </p:txBody>
      </p:sp>
      <p:pic>
        <p:nvPicPr>
          <p:cNvPr id="16" name="Picture 15" descr="Max_Spi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563" y="1100088"/>
            <a:ext cx="289484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Nikola Tesla: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 40+ Murdered: Physics Breakthroughs Hidden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https://uapmurders.com/physics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Nikola Tesla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37466" y="1867260"/>
            <a:ext cx="7685659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January 7, 1943 — the government SEIZED 80 trunks of his papers within hours. Twenty trunks were NEVER returned.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Inventor of AC electricity, wireless power, and directed energy weapons — 300+ PATENTS that built the modern world.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FBI Director Hoover personally ordered Tesla's papers classified TOP SECRET.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government sent an MIT physicist to evaluate the papers and declared them "nothing of significant VALUE." Nobody believes it.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lit 200 lamps from 25 miles away WITHOUT WIRES in 1899. His </a:t>
            </a:r>
            <a:r>
              <a:rPr dirty="0" err="1"/>
              <a:t>Wardenclyffe</a:t>
            </a:r>
            <a:r>
              <a:rPr dirty="0"/>
              <a:t> Tower would have given the world FREE energy.</a:t>
            </a:r>
          </a:p>
        </p:txBody>
      </p:sp>
      <p:pic>
        <p:nvPicPr>
          <p:cNvPr id="16" name="Picture 15" descr="Nikola_Tesl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7168" y="1100088"/>
            <a:ext cx="2899161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Do High Frequency Gravitational Waves Explain Li &amp; Podkletnov's  Experimental Results? | by Tim Ventura | Dialogue &amp; Discourse | Medium">
            <a:extLst>
              <a:ext uri="{FF2B5EF4-FFF2-40B4-BE49-F238E27FC236}">
                <a16:creationId xmlns:a16="http://schemas.microsoft.com/office/drawing/2014/main" id="{D4FB9850-B35A-1E3D-AFEB-CBF6D07248F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64" r="32742"/>
          <a:stretch>
            <a:fillRect/>
          </a:stretch>
        </p:blipFill>
        <p:spPr bwMode="auto">
          <a:xfrm>
            <a:off x="9167204" y="926960"/>
            <a:ext cx="2907132" cy="5004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Ning Li: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 40+ Murdered: Physics Breakthroughs Hidden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https://uapmurders.com/physics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437045" y="5409707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Ning Li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456816" y="6165941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92069"/>
            <a:ext cx="8575144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July 27, 2021 — physicist who published PEER-REVIEWED theory on generating gravity using superconductors.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Received a 48,970 Department of Defense GRANT for antigravity research. Results were NEVER published.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Her son confirmed she continued working for the DoD but stopped publishing after getting a TOP SECRET clearance.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 2014, a vehicle accident destroyed her COGNITIVE capacity — ending her ability to continue research.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Chinese-American physicist at University of Alabama in Huntsville. Her work was CLASSIFIED, not abandoned.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7488382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Stanton Friedman: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 40+ Murdered: Physics Breakthroughs Hidden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https://uapmurders.com/physics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666494" y="5180908"/>
            <a:ext cx="4379731" cy="167709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Stanton Friedman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29030" y="2003478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May 13, 2019, at age 84 — nuclear physicist who became the world's foremost SCIENTIFIC UFO researcher.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Worked on CLASSIFIED fission and fusion rocket programs at GE, Westinghouse, McDonnell Douglas, and TRW.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Proposed magnetohydrodynamic propulsion as the physics behind UFO flight — based on his hands-on NUCLEAR experience.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Testified before Congress in 1968: "The evidence is OVERWHELMING that Earth is being visited."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Gave over 700 lectures at colleges and conferences. The original Roswell researcher. Natural causes at 84.</a:t>
            </a:r>
          </a:p>
        </p:txBody>
      </p:sp>
      <p:pic>
        <p:nvPicPr>
          <p:cNvPr id="16" name="Picture 15" descr="Stanton_Friedm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9838" y="1100088"/>
            <a:ext cx="3162289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Harald Malmgren: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 40+ Murdered: Physics Breakthroughs Hidden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https://uapmurders.com/physics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37466" y="1937976"/>
            <a:ext cx="8219442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February 13, 2025 — served four US presidents as economist and diplomat.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 his final year, claimed he personally HANDLED debris from a crashed UFO and witnessed a 1962 craft SHOOT-DOWN.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Said he held an Atomic Energy Commission Q-CLEARANCE — the highest level for nuclear and physics secrets.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DEBUNKED after death: declassified FBI files proved he NEVER held a Q-clearance and FABRICATED key claims.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Cautionary tale: even credentialed officials can introduce FALSE data points into the UAP evidence base.</a:t>
            </a:r>
          </a:p>
        </p:txBody>
      </p:sp>
      <p:pic>
        <p:nvPicPr>
          <p:cNvPr id="16" name="Picture 15" descr="Harald_Malmgr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7849" y="1070199"/>
            <a:ext cx="2526361" cy="3884876"/>
          </a:xfrm>
          <a:prstGeom prst="rect">
            <a:avLst/>
          </a:prstGeom>
        </p:spPr>
      </p:pic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21834" y="5187287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Harald Malmgren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108266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Bedini: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 40+ Murdered: Physics Breakthroughs Hidden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https://uapmurders.com/physics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Bedini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07300" y="1878198"/>
            <a:ext cx="7863995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November 5, 2016, at age 67 in Coeur d'Alene, Idaho — free energy inventor for four decades.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Built electromagnetic motor-generators that allegedly pulled energy from the QUANTUM VACUUM.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Bedini Motor design was replicated by thousands of experimenters worldwide — the most OPEN-SOURCE free energy device ever.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Former audio engineer who founded Bedini Electronics — his amplifiers OUTPERFORMED the industry.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Collaborated with Tom Bearden on scalar electromagnetics. Claimed the energy establishment had SUPPRESSED radiant energy for a century.</a:t>
            </a:r>
          </a:p>
        </p:txBody>
      </p:sp>
      <p:pic>
        <p:nvPicPr>
          <p:cNvPr id="16" name="Picture 15" descr="John_Bedin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5048" y="1100088"/>
            <a:ext cx="3431869" cy="3884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38251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658</TotalTime>
  <Words>2013</Words>
  <Application>Microsoft Macintosh PowerPoint</Application>
  <PresentationFormat>Widescreen</PresentationFormat>
  <Paragraphs>177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Bryan Starbuck</dc:creator>
  <cp:lastModifiedBy>Bryan Starbuck</cp:lastModifiedBy>
  <cp:revision>64</cp:revision>
  <dcterms:created xsi:type="dcterms:W3CDTF">2026-02-13T11:27:00Z</dcterms:created>
  <dcterms:modified xsi:type="dcterms:W3CDTF">2026-03-31T20:06:06Z</dcterms:modified>
</cp:coreProperties>
</file>