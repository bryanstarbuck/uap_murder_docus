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2"/>
    <p:restoredTop sz="98824"/>
  </p:normalViewPr>
  <p:slideViewPr>
    <p:cSldViewPr snapToGrid="0">
      <p:cViewPr varScale="1">
        <p:scale>
          <a:sx n="254" d="100"/>
          <a:sy n="254" d="100"/>
        </p:scale>
        <p:origin x="11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CD-B4DC-D0F2-6403-69813212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3311-815E-53F9-EBCB-A70F7F0E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F88A-1C7B-0F5D-C113-2505D67E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A091-7266-59EA-6092-74DFF11D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CCCE-7C59-7C10-A5E3-3884268C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1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1E3D-7EC3-1B32-2CDA-F87DEA9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F45-02EC-3D87-951C-98C5A975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E84-2348-AC62-515C-6EF0F806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967A-7E40-DC14-D41A-B0AD8E4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D9BF-8221-4B08-C2C0-BC1FB17A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DEF-F09A-7B59-0105-922F9718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8BF3-49BA-8B64-4A16-754E19B5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A1-4F53-A752-01EA-E1A440F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DE6C-1ACB-0CBD-2D28-3B7C8EEA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8334-1363-D93F-0C7C-1E8B8C3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0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4BE-8BF4-7051-5205-9F2E1DF2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B6F0-9259-6E4B-BD05-3FCA2360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2DC-2735-440A-8929-08844E37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16B0-0073-BED2-CC83-19C9C09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4C63-2D9B-97D2-E53A-A893F9AC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E18-BD84-468F-E18B-D1595174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02C9-D727-6123-8450-09F64BCF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EC67-7951-11B9-ED04-43CB5D04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B9B3-F9BB-543F-5943-63986C9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43766-DD60-B5A8-2C84-81D7AA71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E7B61-31DA-BAAD-4B3A-26D10DDE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4003F-D89A-8F24-BDE1-C45D350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08629-F5CD-FC65-C958-63A60FE4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EAF09-909C-3104-C61E-DE10DA0F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4235-1093-EE67-B6E6-CFCB8F7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5959F-28A0-07CB-5C74-2F4731D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A0AC-3564-8121-2642-5A43B03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C0F1-81B5-D94C-51A7-9142929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BE2BB-8EA7-E86E-2D56-E686BFC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FB878-612B-2082-446F-210A572D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3A47-2674-14A6-9172-5D8D9C2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723-1313-ABFA-BE2B-177C63A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0BCB-0796-5CFD-A09F-24EA93BE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5C70-BADE-F9A7-5FA3-B22493DF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2E40-C7F3-C94D-C449-A23B2FF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BA8B-3690-D914-CD33-15597119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87DC-66EE-CE10-00AC-92579022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A33-939E-7047-DA45-E610081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70B-BCA8-4567-FBB8-E1E4EE245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79E0A-3A9A-537B-2D75-42CC3C5B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3C6F-4A39-85C1-3CEF-AEFA529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1F68-C48F-E912-1A7E-A57C368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BA21-BD1F-FDF5-B754-9AD62A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F493-938D-3D30-ED41-1F25386C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3440-EB61-D177-718D-B10F13FCA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B7BF-E7FB-CBDF-076A-EA2A772B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3252-89DC-D082-EC1E-4FE9358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3BB7-D067-B624-1639-05057F2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F5C93-17AF-E420-81D7-D3D3638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F6E8-AC8A-B902-1CBC-6BA7B919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9B5B1-A97B-92FE-93A7-600EA4F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5582-DC49-5181-7C53-7DEF7D4A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D04B-D05F-64BF-14AB-8964C6C7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661DF-436F-E551-B5D5-3C7A748A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4914-DBDF-FE8A-A40C-0CC97E67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87E7-BFE7-003C-7ADD-63B95BA4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254-A4B4-E257-C7B0-98E8E77C2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145E-4C3E-E255-9D7F-1DAD2DDD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Amy Eskridge: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Amy Eskridge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DEAD at 34 in Huntsville, Alabama — a retired UK intelligence officer told Congress she was MURDERED with DIRECTED ENERGY WEAPONS.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Co-founded the Institute for Exotic Science researching ANTIGRAVITY, metamaterials, and gravity modification.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father was a retired NASA plasma physics engineer — she needed NASA APPROVAL before presenting her antigravity findings.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Based at University of Alabama in Huntsville — same campus where another antigravity researcher, Ning Li, was targeted and SILENCED.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told colleagues she was ready to bring antigravity research "into the open." She never got the chance.</a:t>
            </a:r>
          </a:p>
        </p:txBody>
      </p:sp>
      <p:pic>
        <p:nvPicPr>
          <p:cNvPr id="16" name="Picture 15" descr="Amy_Esk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04" y="1100088"/>
            <a:ext cx="292535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Dorothy Kilgallen: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Dorothy Kilgallen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DEAD at 52 — found in her Manhattan townhouse. Ruled "CIRCUMSTANCES UNDETERMINED" by the medical examiner.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America's most famous female journalist — 20 MILLION readers, CBS star of What's My Line? for 15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1955 she published a front-page story: a British Cabinet official confirmed UFOs were REAL and had been examined.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was also investigating the JFK ASSASSINATION and had a private interview with Jack Ruby.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her lawyer: "I'm going to break the real story and have the biggest SCOOP of the century." She never did.</a:t>
            </a:r>
          </a:p>
        </p:txBody>
      </p:sp>
      <p:pic>
        <p:nvPicPr>
          <p:cNvPr id="16" name="Picture 15" descr="Dorothy_Kilgall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880" y="1100088"/>
            <a:ext cx="391620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Harald Malmgren: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Harald Malmgren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February 13, 2025 — served four US presidents as economist and diplomat.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his final year, claimed he personally HANDLED debris from a crashed UFO and witnessed a 1962 craft SHOOT-DOWN.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Said he held an Atomic Energy Commission Q-CLEARANCE — the highest level for nuclear and physics secrets.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DEBUNKED after death: declassified FBI files proved he NEVER held a Q-clearance and FABRICATED key claims.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Cautionary tale: even credentialed officials can introduce FALSE data points into the UAP evidence base.</a:t>
            </a:r>
          </a:p>
        </p:txBody>
      </p:sp>
      <p:pic>
        <p:nvPicPr>
          <p:cNvPr id="16" name="Picture 15" descr="Harald_Malmgr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802" y="1100088"/>
            <a:ext cx="252636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Bedini: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Bedini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November 5, 2016, at age 67 in Coeur d'Alene, Idaho — free energy inventor for four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Built electromagnetic motor-generators that allegedly pulled energy from the QUANTUM VACUUM.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Bedini Motor design was replicated by thousands of experimenters worldwide — the most OPEN-SOURCE free energy device ever.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audio engineer who founded Bedini Electronics — his amplifiers OUTPERFORMED the industry.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Collaborated with Tom Bearden on scalar electromagnetics. Claimed the energy establishment had SUPPRESSED radiant energy for a century.</a:t>
            </a:r>
          </a:p>
        </p:txBody>
      </p:sp>
      <p:pic>
        <p:nvPicPr>
          <p:cNvPr id="16" name="Picture 15" descr="John_Bed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048" y="1100088"/>
            <a:ext cx="3431869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Karl Wolfe: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Karl Wolfe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STRUCK AND KILLED by a tractor-trailer while cycling on October 10, 2018. He was 74.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Air Force sergeant with TOP SECRET CRYPTO clearance who testified about structures on the far side of the MOON.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At the 2001 Disclosure Project, he swore under oath that he was shown NASA Lunar Orbiter photos of ARTIFICIAL structures.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Worked as a precision electronics technician at Langley Air Force Base processing CLASSIFIED imagery.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Born and raised in Lansing, New York — killed in Lansing, New York. Youngest of seven children.</a:t>
            </a:r>
          </a:p>
        </p:txBody>
      </p:sp>
      <p:pic>
        <p:nvPicPr>
          <p:cNvPr id="16" name="Picture 15" descr="Karl_Wol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451" y="1100088"/>
            <a:ext cx="236306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9D3A02-22EC-4ADF-B31F-B6A75E9DC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664" y="1095064"/>
            <a:ext cx="5524359" cy="31051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Mark McCandlish: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Mark McCandlish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DEAD from a GUNSHOT wound on April 13, 2021 — after reportedly offering to testify before the Senate Intelligence Committee.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Aerospace illustrator who spent 30 years producing the most detailed engineering analysis of a US-built ANTIGRAVITY craft.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source saw THREE disc-shaped craft HOVERING silently at Norton Air Force Base in 1988.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at the 2001 Disclosure Project describing the Alien Reproduction Vehicle with precise TECHNICAL specifications.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in Redding, California. He had just presented his most detailed breakdown of the craft's CAPACITOR propulsion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Max Spiers: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Max Spiers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DEAD at 39 in Warsaw, Poland — reportedly VOMITED liters of black liquid before dying on July 16, 2016.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Days before, he texted his mother: "If anything happens to me, INVESTIGATE."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British UFO researcher who investigated secret military MIND CONTROL programs and "super soldier" experiments.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Father of two children. Born in Canterbury, England. His mother Vanessa fought publicly for answers.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Polish authorities initially found "no evidence of a crime." His mother demanded a proper investigation.</a:t>
            </a:r>
          </a:p>
        </p:txBody>
      </p:sp>
      <p:pic>
        <p:nvPicPr>
          <p:cNvPr id="16" name="Picture 15" descr="Max_Spi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563" y="1100088"/>
            <a:ext cx="289484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Nikola Tesla: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Nikola Tesla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7466" y="1867260"/>
            <a:ext cx="7685659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January 7, 1943 — the government SEIZED 80 trunks of his papers within hours. Twenty trunks were NEVER returned.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Inventor of AC electricity, wireless power, and directed energy weapons — 300+ PATENTS that built the modern world.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FBI Director Hoover personally ordered Tesla's papers classified TOP SECRET.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government sent an MIT physicist to evaluate the papers and declared them "nothing of significant VALUE." Nobody believes 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 lit 200 lamps from 25 miles away WITHOUT WIRES in 1899. His </a:t>
            </a:r>
            <a:r>
              <a:rPr dirty="0" err="1"/>
              <a:t>Wardenclyffe</a:t>
            </a:r>
            <a:r>
              <a:rPr dirty="0"/>
              <a:t> Tower would have given the world FREE energy.</a:t>
            </a:r>
          </a:p>
        </p:txBody>
      </p:sp>
      <p:pic>
        <p:nvPicPr>
          <p:cNvPr id="16" name="Picture 15" descr="Nikola_Tes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02" y="1100088"/>
            <a:ext cx="289916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 High Frequency Gravitational Waves Explain Li &amp; Podkletnov's  Experimental Results? | by Tim Ventura | Dialogue &amp; Discourse | Medium">
            <a:extLst>
              <a:ext uri="{FF2B5EF4-FFF2-40B4-BE49-F238E27FC236}">
                <a16:creationId xmlns:a16="http://schemas.microsoft.com/office/drawing/2014/main" id="{D4FB9850-B35A-1E3D-AFEB-CBF6D0724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4" r="32742"/>
          <a:stretch>
            <a:fillRect/>
          </a:stretch>
        </p:blipFill>
        <p:spPr bwMode="auto">
          <a:xfrm>
            <a:off x="9167204" y="926960"/>
            <a:ext cx="2907132" cy="500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Ning Li: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437045" y="5409707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Ning Li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456816" y="6165941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July 27, 2021 — physicist who published PEER-REVIEWED theory on generating gravity using superconductors.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Received a 48,970 Department of Defense GRANT for antigravity research. Results were NEVER published.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son confirmed she continued working for the DoD but stopped publishing after getting a TOP SECRET clearance.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2014, a vehicle accident destroyed her COGNITIVE capacity — ending her ability to continue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Chinese-American physicist at University of Alabama in Huntsville. Her work was CLASSIFIED, not abandoned.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Nuno Loureiro: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40+ Murdered: Physics Breakthroughs Hidden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Nuno Loureiro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DEAD at his home in Brookline, Massachusetts on December 15, 2025. He was 47.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Director of MIT's Plasma Science and Fusion Center — one of the world's LEADING fusion research facilities.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Received the Presidential Early Career Award from Joe Biden just months before his MURDER.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breakthrough: proving that 50-year-old textbook physics on magnetic reconnection was FUNDAMENTALLY wrong.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Survived by his wife and children. Portuguese-born, Herman Feshbach Professor of Physics at MIT.</a:t>
            </a:r>
          </a:p>
        </p:txBody>
      </p:sp>
      <p:pic>
        <p:nvPicPr>
          <p:cNvPr id="16" name="Picture 15" descr="Nuno_Lour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066" y="1100088"/>
            <a:ext cx="517983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Stanton Friedman: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400" dirty="0">
                <a:solidFill>
                  <a:schemeClr val="lt1"/>
                </a:solidFill>
              </a:rPr>
              <a:t> 40+ Murdered: Physics Breakthroughs Hidden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https://uapmurders.com/physics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Stanton Friedman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May 13, 2019, at age 84 — nuclear physicist who became the world's foremost SCIENTIFIC UFO researcher.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Worked on CLASSIFIED fission and fusion rocket programs at GE, Westinghouse, McDonnell Douglas, and TRW.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Proposed magnetohydrodynamic propulsion as the physics behind UFO flight — based on his hands-on NUCLEAR experience.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Testified before Congress in 1968: "The evidence is OVERWHELMING that Earth is being visited."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Gave over 700 lectures at colleges and conferences. The original Roswell researcher. Natural causes at 84.</a:t>
            </a:r>
          </a:p>
        </p:txBody>
      </p:sp>
      <p:pic>
        <p:nvPicPr>
          <p:cNvPr id="16" name="Picture 15" descr="Stanton_Fried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838" y="1100088"/>
            <a:ext cx="3162289" cy="38848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1368</Words>
  <Application>Microsoft Macintosh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Starbuck</dc:creator>
  <cp:lastModifiedBy>Bryan Starbuck</cp:lastModifiedBy>
  <cp:revision>52</cp:revision>
  <dcterms:created xsi:type="dcterms:W3CDTF">2026-02-13T11:27:00Z</dcterms:created>
  <dcterms:modified xsi:type="dcterms:W3CDTF">2026-03-30T17:59:52Z</dcterms:modified>
</cp:coreProperties>
</file>