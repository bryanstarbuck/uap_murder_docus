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81" r:id="rId3"/>
    <p:sldId id="273" r:id="rId4"/>
    <p:sldId id="276" r:id="rId5"/>
    <p:sldId id="277" r:id="rId6"/>
    <p:sldId id="283" r:id="rId7"/>
    <p:sldId id="278" r:id="rId8"/>
    <p:sldId id="279" r:id="rId9"/>
    <p:sldId id="280" r:id="rId10"/>
    <p:sldId id="282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46"/>
    <p:restoredTop sz="98824"/>
  </p:normalViewPr>
  <p:slideViewPr>
    <p:cSldViewPr snapToGrid="0">
      <p:cViewPr varScale="1">
        <p:scale>
          <a:sx n="254" d="100"/>
          <a:sy n="254" d="100"/>
        </p:scale>
        <p:origin x="11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32955344-6D94-2946-0F8D-B5DD94CBE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756436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34 in Huntsville, Alabama — a retired UK intelligence officer told Congress she was MURDERED with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 researching ANTIGRAVITY, metamaterials, and gravity modification.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father was a retired NASA plasma physics engineer — she needed NASA APPROVAL before presenting her antigravity findings.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Based at University of Alabama in Huntsville — same campus where another antigravity researcher, Ning Li, was targeted and SILENCED.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told colleagues she was ready to bring antigravity research "into the open." She never got the chance.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DEAD at his home in Brookline, Massachusetts on December 15, 2025. He was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Director of MIT's Plasma Science and Fusion Center — one of the world's LEADING fusion research facilities.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the Presidential Early Career Award from Joe Biden just months before his MURDER.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breakthrough: proving that 50-year-old textbook physics on magnetic reconnection was FUNDAMENTALLY wrong.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Survived by his wife and children. Portuguese-born, Herman </a:t>
            </a:r>
            <a:r>
              <a:rPr dirty="0" err="1"/>
              <a:t>Feshbach</a:t>
            </a:r>
            <a:r>
              <a:rPr dirty="0"/>
              <a:t> Professor of Physics at MIT.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52 — found in her Manhattan townhouse. Ruled "CIRCUMSTANCES UNDETERMINED" by the medical examiner.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America's most famous female journalist — 20 MILLION readers, CBS star of What's My Line? for 15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1955 she published a front-page story: a British Cabinet official confirmed UFOs were REAL and had been examined.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also investigating the JFK ASSASSINATION and had a private interview with Jack Ruby.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her lawyer: "I'm going to break the real story and have the biggest SCOOP of the century." She never did.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880" y="1100088"/>
            <a:ext cx="391620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STRUCK AND KILLED by a tractor-trailer while cycling on October 10, 2018. He was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Air Force sergeant with TOP SECRET CRYPTO clearance who testified about structures on the far side of the MOON.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 the 2001 Disclosure Project, he swore under oath that he was shown NASA Lunar Orbiter photos of ARTIFICIAL structures.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as a precision electronics technician at Langley Air Force Base processing CLASSIFIED imagery.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Born and raised in Lansing, New York — killed in Lansing, New York. Youngest of seven children.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9D3A02-22EC-4ADF-B31F-B6A75E9DC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6331" y="1813727"/>
            <a:ext cx="702404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from a GUNSHOT wound on April 13, 2021 — after reportedly offering to testify before the Senate Intelligence Committee.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who spent 30 years producing the most detailed engineering analysis of a US-built ANTIGRAVITY craft.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source saw THREE disc-shaped craft HOVERING silently at Norton Air Force Base in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at the 2001 Disclosure Project describing the Alien Reproduction Vehicle with precise TECHNICAL specifications.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Redding, California. He had just presented his most detailed breakdown of the craft's CAPACITOR propulsion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hristopher Fallen Profile Photo">
            <a:extLst>
              <a:ext uri="{FF2B5EF4-FFF2-40B4-BE49-F238E27FC236}">
                <a16:creationId xmlns:a16="http://schemas.microsoft.com/office/drawing/2014/main" id="{B2AC06A7-2885-3C42-1FE4-2866A7130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3594" y="1100088"/>
            <a:ext cx="3062736" cy="382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6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835404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HAARP chief scientist found BOUND with duct tape, belt around his neck, head wrapped in tape. ASPHYXIATED in his own home. Age 48.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Senior physicist at the Air Force Research Laboratory working on CLASSIFIED ionospheric and plasma weapons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One suspect convicted of FIRST-DEGREE murder. The co-defendant fled to El Paso and died of an OVERDOSE before 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the FIRST in a cluster of defense scientist deaths across New Mexico in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at Kirtland Air Force Base — home to directed energy weapons, space vehicles, and some of America's most SECRET programs.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55282"/>
            <a:ext cx="4550222" cy="123616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39 in Warsaw, Poland — reportedly VOMITED liters of black liquid before dying on July 16, 2016.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Days before, he texted his mother: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UFO researcher who investigated secret military MIND CONTROL programs and "super soldier" experiments.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Father of two children. Born in Canterbury, England. His mother Vanessa fought publicly for answers.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authorities initially found "no evidence of a crime." His mother demanded a proper investigation.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867260"/>
            <a:ext cx="76856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January 7, 1943 — the government SEIZED 80 trunks of his papers within hours. Twenty trunks were NEVER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AC electricity, wireless power, and directed energy weapons — 300+ PATENTS that built the modern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FBI Director Hoover personally ordered Tesla's papers classified TOP SECRET.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government sent an MIT physicist to evaluate the papers and declared them "nothing of significant VALUE." Nobody believes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lit 200 lamps from 25 miles away WITHOUT WIRES in 1899. His </a:t>
            </a:r>
            <a:r>
              <a:rPr dirty="0" err="1"/>
              <a:t>Wardenclyffe</a:t>
            </a:r>
            <a:r>
              <a:rPr dirty="0"/>
              <a:t> Tower would have given the world FREE energy.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7168" y="1100088"/>
            <a:ext cx="28991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4FB9850-B35A-1E3D-AFEB-CBF6D07248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437045" y="540970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456816" y="616594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92069"/>
            <a:ext cx="85751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July 27, 2021 — physicist who published PEER-REVIEWED theory on generating gravity using superconductors.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a 48,970 Department of Defense GRANT for antigravity research. Results were NEVER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son confirmed she continued working for the DoD but stopped publishing after getting a TOP SECRET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2014, a vehicle accident destroyed her COGNITIVE capacity — ending her ability to continue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University of Alabama in Huntsville. Her work was CLASSIFIED, not abandoned.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4883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66494" y="5180908"/>
            <a:ext cx="4379731" cy="16770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200347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May 13, 2019, at age 84 — nuclear physicist who became the world's foremost SCIENTIFIC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on CLASSIFIED fission and fusion rocket programs at GE, Westinghouse, McDonnell Douglas, and TRW.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Proposed magnetohydrodynamic propulsion as the physics behind UFO flight — based on his hands-on NUCLEAR experience.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before Congress in 1968: "The evidence is OVERWHELMING that Earth is being visited."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over 700 lectures at colleges and conferences. The original Roswell researcher. Natural causes at 84.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838" y="1100088"/>
            <a:ext cx="316228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821944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February 13, 2025 — served four US presidents as economist and diplomat.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his final year, claimed he personally HANDLED debris from a crashed UFO and witnessed a 1962 craft SHOOT-DOWN.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Said he held an Atomic Energy Commission Q-CLEARANCE — the highest level for nuclear and physics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DEBUNKED after death: declassified FBI files proved he NEVER held a Q-clearance and FABRICATED key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Cautionary tale: even credentialed officials can introduce FALSE data points into the UAP evidence base.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849" y="1070199"/>
            <a:ext cx="2526361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21834" y="518728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Harald Malmgren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0826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8198"/>
            <a:ext cx="786399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November 5, 2016, at age 67 in Coeur d'Alene, Idaho — free energy inventor for four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electromagnetic motor-generators that allegedly pulled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Bedini Motor design was replicated by thousands of experimenters worldwide — the most OPEN-SOURCE free energy device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audio engineer who founded Bedini Electronics — his amplifiers OUTPERFORMED the industry.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Tom Bearden on scalar electromagnetics. Claimed the energy establishment had SUPPRESSED radiant energy for a century.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825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1509</Words>
  <Application>Microsoft Macintosh PowerPoint</Application>
  <PresentationFormat>Widescreen</PresentationFormat>
  <Paragraphs>128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60</cp:revision>
  <dcterms:created xsi:type="dcterms:W3CDTF">2026-02-13T11:27:00Z</dcterms:created>
  <dcterms:modified xsi:type="dcterms:W3CDTF">2026-03-30T22:39:46Z</dcterms:modified>
</cp:coreProperties>
</file>