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72" r:id="rId2"/>
    <p:sldId id="340" r:id="rId3"/>
    <p:sldId id="273" r:id="rId4"/>
    <p:sldId id="274" r:id="rId5"/>
    <p:sldId id="277" r:id="rId6"/>
    <p:sldId id="278" r:id="rId7"/>
    <p:sldId id="279" r:id="rId8"/>
    <p:sldId id="280" r:id="rId9"/>
    <p:sldId id="282" r:id="rId10"/>
    <p:sldId id="283" r:id="rId11"/>
    <p:sldId id="284" r:id="rId12"/>
    <p:sldId id="285" r:id="rId13"/>
    <p:sldId id="286" r:id="rId14"/>
    <p:sldId id="288" r:id="rId15"/>
    <p:sldId id="289" r:id="rId16"/>
    <p:sldId id="299" r:id="rId17"/>
    <p:sldId id="297" r:id="rId18"/>
    <p:sldId id="291" r:id="rId19"/>
    <p:sldId id="292" r:id="rId20"/>
    <p:sldId id="298" r:id="rId21"/>
    <p:sldId id="300" r:id="rId22"/>
    <p:sldId id="302" r:id="rId23"/>
    <p:sldId id="303" r:id="rId24"/>
    <p:sldId id="304" r:id="rId25"/>
    <p:sldId id="301" r:id="rId26"/>
    <p:sldId id="305" r:id="rId27"/>
    <p:sldId id="308" r:id="rId28"/>
    <p:sldId id="310" r:id="rId29"/>
    <p:sldId id="311" r:id="rId30"/>
    <p:sldId id="312" r:id="rId31"/>
    <p:sldId id="313" r:id="rId32"/>
    <p:sldId id="314" r:id="rId33"/>
    <p:sldId id="315" r:id="rId34"/>
    <p:sldId id="316" r:id="rId35"/>
    <p:sldId id="317" r:id="rId36"/>
    <p:sldId id="320" r:id="rId37"/>
    <p:sldId id="322" r:id="rId38"/>
    <p:sldId id="323" r:id="rId39"/>
    <p:sldId id="324" r:id="rId40"/>
    <p:sldId id="326" r:id="rId41"/>
    <p:sldId id="339" r:id="rId42"/>
    <p:sldId id="327" r:id="rId43"/>
    <p:sldId id="328" r:id="rId44"/>
    <p:sldId id="341" r:id="rId45"/>
    <p:sldId id="336" r:id="rId46"/>
    <p:sldId id="318" r:id="rId47"/>
    <p:sldId id="337" r:id="rId48"/>
    <p:sldId id="307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89"/>
    <p:restoredTop sz="96301"/>
  </p:normalViewPr>
  <p:slideViewPr>
    <p:cSldViewPr snapToGrid="0">
      <p:cViewPr varScale="1">
        <p:scale>
          <a:sx n="253" d="100"/>
          <a:sy n="253" d="100"/>
        </p:scale>
        <p:origin x="192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776A1-FCF4-A54D-8F55-BFDE25367522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D5023D-FE11-054C-B5E3-AB75B1BC4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793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082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604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79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08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9810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9745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785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630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882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5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709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40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148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7432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1448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067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95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979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53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8648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8930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527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078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9636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3345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D5023D-FE11-054C-B5E3-AB75B1BC450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2537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93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at age 55 while working as a security guard at a Buffalo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Buffalo police officer who had demonstrated a WATER-POWERED CAR prototype on local television just two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water-car tech echoes Stanley Meyer — another water fuel inventor who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Hailed as a HERO for firing back at the mass shooter and trying to save lives.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30-year law enforcement veteran, beloved member of the Buffalo community.</a:t>
            </a:r>
          </a:p>
        </p:txBody>
      </p:sp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Autofit/>
          </a:bodyPr>
          <a:lstStyle/>
          <a:p>
            <a:endParaRPr lang="en-US" sz="1000" dirty="0"/>
          </a:p>
          <a:p>
            <a:r>
              <a:rPr lang="en-US" sz="1000" dirty="0"/>
              <a:t>⏺ - Mark McCandlish (2021) — Aerospace illustrator, gunshot to head ruled suicide.</a:t>
            </a:r>
          </a:p>
          <a:p>
            <a:r>
              <a:rPr lang="en-US" sz="1000" dirty="0"/>
              <a:t>   Was about to testify before Senate Intelligence Committee about the Alien</a:t>
            </a:r>
          </a:p>
          <a:p>
            <a:r>
              <a:rPr lang="en-US" sz="1000" dirty="0"/>
              <a:t>  Reproduction Vehicle program. Redding, CA.</a:t>
            </a:r>
          </a:p>
          <a:p>
            <a:r>
              <a:rPr lang="en-US" sz="1000" dirty="0"/>
              <a:t>  - Amy Eskridge (2022) — Antigravity/advanced propulsion researcher, gunshot</a:t>
            </a:r>
          </a:p>
          <a:p>
            <a:r>
              <a:rPr lang="en-US" sz="1000" dirty="0"/>
              <a:t>  ruled suicide. Retired UK intelligence officer alleged she was "murdered by a</a:t>
            </a:r>
          </a:p>
          <a:p>
            <a:r>
              <a:rPr lang="en-US" sz="1000" dirty="0"/>
              <a:t>  private aerospace company." Huntsville, AL.</a:t>
            </a:r>
          </a:p>
          <a:p>
            <a:r>
              <a:rPr lang="en-US" sz="1000" dirty="0"/>
              <a:t>  - John Rossi (2016) — Two-star general commanding Space and Missile Defense</a:t>
            </a:r>
          </a:p>
          <a:p>
            <a:r>
              <a:rPr lang="en-US" sz="1000" dirty="0"/>
              <a:t>  Command, hanging ruled suicide. Died 2 days before promotion to 3-star. Claims</a:t>
            </a:r>
          </a:p>
          <a:p>
            <a:r>
              <a:rPr lang="en-US" sz="1000" dirty="0"/>
              <a:t>  he refused to transfer nuclear material to private contractors. Redstone</a:t>
            </a:r>
          </a:p>
          <a:p>
            <a:r>
              <a:rPr lang="en-US" sz="1000" dirty="0"/>
              <a:t>  Arsenal, AL.</a:t>
            </a:r>
          </a:p>
          <a:p>
            <a:r>
              <a:rPr lang="en-US" sz="1000" dirty="0"/>
              <a:t>  - Karl Wolfe (2018) — USAF veteran and Disclosure Project witness, struck by</a:t>
            </a:r>
          </a:p>
          <a:p>
            <a:r>
              <a:rPr lang="en-US" sz="1000" dirty="0"/>
              <a:t>  tractor trailer while cycling. Testified about classified NASA photos of alien</a:t>
            </a:r>
          </a:p>
          <a:p>
            <a:r>
              <a:rPr lang="en-US" sz="1000" dirty="0"/>
              <a:t>  structures on the Moon. Lansing, NY.</a:t>
            </a:r>
          </a:p>
          <a:p>
            <a:r>
              <a:rPr lang="en-US" sz="1000" dirty="0"/>
              <a:t>  - Philip Haney (2020) — DHS founding member and counterterrorism whistleblower,</a:t>
            </a:r>
          </a:p>
          <a:p>
            <a:r>
              <a:rPr lang="en-US" sz="1000" dirty="0"/>
              <a:t>  single gunshot wound ruled suicide after 2-year investigation. Amador County,</a:t>
            </a:r>
          </a:p>
          <a:p>
            <a:r>
              <a:rPr lang="en-US" sz="1000" dirty="0"/>
              <a:t>  CA.</a:t>
            </a:r>
          </a:p>
          <a:p>
            <a:r>
              <a:rPr lang="en-US" sz="1000" dirty="0"/>
              <a:t>  - Fred Bell (2011) — Claimed MKULTRA participant with CIA handler, died of</a:t>
            </a:r>
          </a:p>
          <a:p>
            <a:r>
              <a:rPr lang="en-US" sz="1000" dirty="0"/>
              <a:t>  sudden heart failure within 48 hours of filming interview with Jesse Ventura</a:t>
            </a:r>
          </a:p>
          <a:p>
            <a:r>
              <a:rPr lang="en-US" sz="1000" dirty="0"/>
              <a:t>  about classified beam weapon technology.</a:t>
            </a:r>
          </a:p>
          <a:p>
            <a:r>
              <a:rPr lang="en-US" sz="1000" dirty="0"/>
              <a:t>  - Carl </a:t>
            </a:r>
            <a:r>
              <a:rPr lang="en-US" sz="1000" dirty="0" err="1"/>
              <a:t>Grillmair</a:t>
            </a:r>
            <a:r>
              <a:rPr lang="en-US" sz="1000" dirty="0"/>
              <a:t> (2026) — Caltech/IPAC scientist working on NEO Surveyor and</a:t>
            </a:r>
          </a:p>
          <a:p>
            <a:r>
              <a:rPr lang="en-US" sz="1000" dirty="0"/>
              <a:t>  dual-use infrared detection technology, shot dead on his porch by a man whose</a:t>
            </a:r>
          </a:p>
          <a:p>
            <a:r>
              <a:rPr lang="en-US" sz="1000" dirty="0"/>
              <a:t>  felony weapons charges had been dismissed 11 days earlier. Lived/worked in</a:t>
            </a:r>
          </a:p>
          <a:p>
            <a:r>
              <a:rPr lang="en-US" sz="1000" dirty="0"/>
              <a:t>  California 30+ years.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from a GUNSHOT wound at age 34 in Huntsville, Alabama.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the Institute for Exotic Science — researching ANTIGRAVITY and advanced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UK intelligence officer Franc Milburn alleged to CONGRESS she was MURDERED by a private aerospace company using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planned to present novel antigravity work but needed NASA approval first — she wanted to bring it "into the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police reports, autopsy findings, or coroner's statements have EVER been publicly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Ning Li, another antigravity researcher in the SAME city, was struck by a vehicle on campus — causing permanent brain damage.</a:t>
            </a:r>
          </a:p>
        </p:txBody>
      </p:sp>
      <p:pic>
        <p:nvPicPr>
          <p:cNvPr id="2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87C4DAAE-33B8-0253-7233-0FD493002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170;p31">
            <a:extLst>
              <a:ext uri="{FF2B5EF4-FFF2-40B4-BE49-F238E27FC236}">
                <a16:creationId xmlns:a16="http://schemas.microsoft.com/office/drawing/2014/main" id="{8CB9535B-379E-3110-5CAD-DB10A4024BAF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down a flight of stairs and DIED at age 76 — a method nearly impossible to distinguish from being pushed.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U.S. Patent 4,394,230 for splitting water molecules into hydrogen fuel — a technology that could have made oil obsolete.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home and laboratory were DESTROYED by ARSON in 1979 — he blamed the CIA.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Deeply connected to MKULTRA, Project ARTICHOKE, and Army chemical warfare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impoverished, waiting for a social security check, unable to afford to move after eviction.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The deepening mystery of Caltech astrophysicist killed on the porch of his  remote desert compound - Los Angeles Times">
            <a:extLst>
              <a:ext uri="{FF2B5EF4-FFF2-40B4-BE49-F238E27FC236}">
                <a16:creationId xmlns:a16="http://schemas.microsoft.com/office/drawing/2014/main" id="{28F991E5-693D-6793-91A2-32120449E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008" y="1069029"/>
            <a:ext cx="4960062" cy="4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and KILLED on his porch at age 67 in rural California — February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Caltech astrophysicist with 147 peer-reviewed papers who validated instruments for NEO Surveyor — the telescope built to detect objects that could HIT EARTH.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suspect was found on his property with an unregistered rifle 58 days earlier — arrested, then charges DISMISSED 11 days before the killing.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Suspect returned and SHOT him dead. Detectives say they did not know each other. No motive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infrared detection algorithms are DUAL-USE: the same math that finds asteroids can find enemy satellites.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Part of the 2025-2026 scientist cluster — murdered two months after MIT plasma physicist Nuno Loureiro was SHOT.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560610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34478" y="4744529"/>
            <a:ext cx="4550222" cy="148512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2965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HAARP chief scientist found BOUND and ASPHYXIATED in his Albuquerque home at age 46 — February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Head wrapped in tape, plastic bag secured with belt around his neck, hands and shins bound with duct tape.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CAPTIVE for approximately three days before dying — photographed during captivity by his killers.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AFRL senior research physicist specializing in ionospheric plasma physics and DIRECTED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Co-suspect died of a drug OVERDOSE before trial — eliminating his testimony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in the Albuquerque defense corridor preceded the 2025-2026 New Mexico scientist cluster.</a:t>
            </a:r>
          </a:p>
        </p:txBody>
      </p:sp>
      <p:pic>
        <p:nvPicPr>
          <p:cNvPr id="2" name="Picture 2" descr="Christopher Fallen Profile Photo">
            <a:extLst>
              <a:ext uri="{FF2B5EF4-FFF2-40B4-BE49-F238E27FC236}">
                <a16:creationId xmlns:a16="http://schemas.microsoft.com/office/drawing/2014/main" id="{E31BD8C5-E651-F712-9779-FB192D0F4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3594" y="1100088"/>
            <a:ext cx="3062736" cy="382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Coral Lorenzen: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Coral Lorenzen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APRO — one of the world's oldest civilian UFO research organizations — DIED at age 63.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Jim died of cancer just two years earlier. Both founders gone within 24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APRO had operated for 36 YEARS with investigators in over 50 countries — it DISSOLVED after their deaths.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her exact BIRTHDAY — April 12,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deaths removed one of the most important independent checks on government UFO narratives.</a:t>
            </a:r>
          </a:p>
        </p:txBody>
      </p:sp>
      <p:pic>
        <p:nvPicPr>
          <p:cNvPr id="16" name="Picture 15" descr="Coral_Loren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Danny Casolaro: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Danny Casolaro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hotel bathtub at age 44 — wrists SLASHED 12 times, one cut severing a tendon.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investigating "The Octopus" — connecting PROMIS software, Iran-Contra, Area 51, and Majestic 12.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his brother days before: "If something happens to me, don't believe it was an ACCIDENT."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research files and briefcase of evidence VANISHED from the hotel room — never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hotel room was CLEANED by a professional crew the next day, destroying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House Judiciary Committee found the police investigation INADEQUATE.</a:t>
            </a:r>
          </a:p>
        </p:txBody>
      </p:sp>
      <p:pic>
        <p:nvPicPr>
          <p:cNvPr id="16" name="Picture 15" descr="Danny_Casola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825" y="1100088"/>
            <a:ext cx="31123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Elkins: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Elkins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890001"/>
            <a:ext cx="775634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Physics professor and Boeing 727 captain who SHOT himself at age 54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Co-author of the Ra Material (Law of One) — one of the most influential channeled UFO contact texts.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Suffered a year of severe mental deterioration that collaborators described as rapid and inexplicable.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brilliant, disciplined man who had been stable for DECADES suddenly lost his grip on reality.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collaborators documented the decline in detail — raising questions about what caused it.</a:t>
            </a:r>
          </a:p>
        </p:txBody>
      </p:sp>
      <p:pic>
        <p:nvPicPr>
          <p:cNvPr id="16" name="Picture 15" descr="Don_Elki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Wiley: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Wiley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867260"/>
            <a:ext cx="8549975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One of America's top microbiologists — VANISHED after a banquet at age 57. Body found in the Mississippi River 300 miles downstream.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rental car was found on a bridge with the engine RUNNING and keys in the ignition.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bridge has SIX-FOOT-HIGH fences specifically designed to prevent accidental falls — the FBI said he "fell."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Harvard professor and Howard Hughes Medical Institute researcher specializing in the human immune system.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Second death in the 2001-2002 microbiologist cluster — Benito </a:t>
            </a:r>
            <a:r>
              <a:rPr dirty="0" err="1"/>
              <a:t>Que</a:t>
            </a:r>
            <a:r>
              <a:rPr dirty="0"/>
              <a:t> was BEATEN to death just 3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five weeks after disappearing, body badly decomposed.</a:t>
            </a:r>
          </a:p>
        </p:txBody>
      </p:sp>
      <p:pic>
        <p:nvPicPr>
          <p:cNvPr id="16" name="Picture 15" descr="Don_Wil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4100" y="1063309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6948" y="1848583"/>
            <a:ext cx="7750392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at age 52 from alcohol and barbiturates — in a room she NEVER used, fully dressed and made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journalist to get a private interview with Jack Ruby. Published his sealed Warren Commission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One of the first mainstream journalists to break the story that British military was investigating UFOs (1954).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investigative notes and JFK assassination file VANISHED and have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friends she was about to "blow the JFK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Medical examiner ruled "circumstances UNDETERMINED" — </a:t>
            </a:r>
            <a:br>
              <a:rPr lang="en-US" dirty="0"/>
            </a:br>
            <a:r>
              <a:rPr dirty="0"/>
              <a:t>not suicide, not accident.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288" y="1100088"/>
            <a:ext cx="3908709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41778" y="4894285"/>
            <a:ext cx="4550222" cy="13662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Dorothy Kilgallen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Edward Ruppelt: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Edward Ruppelt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of a heart attack at age 37 — the man who coined the term "unidentified flying object."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director of Project Blue Book — the Air Force's official UFO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Originally wrote the definitive insider account exposing government UFO secrecy.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REVERSED himself, adding debunking chapters that contradicted everything he had written.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"sudden" heart attack shortly after the reversal — at an age when heart attacks are rare.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flip and death raised questions about whether he was pressured into recanting.</a:t>
            </a:r>
          </a:p>
        </p:txBody>
      </p:sp>
      <p:pic>
        <p:nvPicPr>
          <p:cNvPr id="16" name="Picture 15" descr="Edward_Ruppe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3801" y="1100088"/>
            <a:ext cx="39343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BEATEN to death at age 56 — 32 LACERATIONS, crushed trachea, found outside a rental property in Connecticut.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Chief science writer at MIT who resigned after MIT allegedly falsified cold fusion data.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Infinite Energy magazine — the leading publication for cold fusion and new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just days before a major appearance on Coast to Coast AM radio to discuss a breakthrough.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was eventually attributed to tenants in a rental property dispute — but the timing haunts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Arguably the most important advocate for cold fusion in America — permanently silenced.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926" y="1100088"/>
            <a:ext cx="387411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rank_Scul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653" y="1078522"/>
            <a:ext cx="2786976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Scully: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Scully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12953"/>
            <a:ext cx="8037938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Author of "Behind the Flying Saucers" (1950) — one of the first books to claim the U.S. government recovered crashed UFOs.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a heart attack at age 72 in Palm Springs,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book reported two crashed saucer recoveries with alien bodies — predating the Roswell narrative by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reputation was DESTROYED when his main source was convicted of fraud — but some claims later gained credibility.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on June 23, 1964 — the same date Frank Edwards would die three years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644615"/>
            <a:ext cx="6987941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Australian pilot who VANISHED at age 20 over Bass Strait</a:t>
            </a:r>
            <a:br>
              <a:rPr lang="en-US" dirty="0"/>
            </a:br>
            <a:r>
              <a:rPr dirty="0"/>
              <a:t> after radioing: "It is NOT an aircraft."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last transmission described a large unknown object</a:t>
            </a:r>
            <a:br>
              <a:rPr lang="en-US" dirty="0"/>
            </a:br>
            <a:r>
              <a:rPr dirty="0"/>
              <a:t> hovering above him with four bright lights.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Neither his body nor his Cessna 182 were 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final words on tape: metallic scraping sounds, </a:t>
            </a:r>
            <a:br>
              <a:rPr lang="en-US" dirty="0"/>
            </a:br>
            <a:r>
              <a:rPr dirty="0"/>
              <a:t>then SILENCE. Then nothing.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Multiple independent witnesses reported UFO </a:t>
            </a:r>
            <a:br>
              <a:rPr lang="en-US" dirty="0"/>
            </a:br>
            <a:r>
              <a:rPr dirty="0"/>
              <a:t>sightings in the same area that evening.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Australian Department of Transport concluded:</a:t>
            </a:r>
            <a:br>
              <a:rPr lang="en-US" dirty="0"/>
            </a:br>
            <a:r>
              <a:rPr dirty="0"/>
              <a:t> "The reason for the disappearance has NOT been determined."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128932"/>
            <a:ext cx="5855367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Frederick Valentich: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41778" y="4922809"/>
            <a:ext cx="4550222" cy="13869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Frederick Valentich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74EE5AD-30EF-D8A5-4F1F-446FF1DFC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6633" y="1028989"/>
            <a:ext cx="5855367" cy="3893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en An Australian Pilot Suddenly Disappeared While Flying">
            <a:extLst>
              <a:ext uri="{FF2B5EF4-FFF2-40B4-BE49-F238E27FC236}">
                <a16:creationId xmlns:a16="http://schemas.microsoft.com/office/drawing/2014/main" id="{7F431C0A-F927-80F4-F093-3629E68DE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370" y="4929469"/>
            <a:ext cx="1392828" cy="1928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0001"/>
            <a:ext cx="8739484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Senior atmospheric physicist found DEAD in the Arizona desert at age 51 — SHOT in the head with his own revolver.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scientifically credentialed UFO researcher of his era — University of Arizona professor who testified before Congress.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career was SYSTEMATICALLY DESTROYED: the CIA leaked information about his personal life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marriage collapsed. His funding dried up. His colleagues turned on him. Then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 — but the career destruction → isolation → death </a:t>
            </a:r>
            <a:br>
              <a:rPr lang="en-US" dirty="0"/>
            </a:br>
            <a:r>
              <a:rPr dirty="0"/>
              <a:t>pipeline matches intelligence playbooks.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pattern: discredit, isolate, destroy, eliminate.</a:t>
            </a:r>
          </a:p>
        </p:txBody>
      </p:sp>
      <p:pic>
        <p:nvPicPr>
          <p:cNvPr id="16" name="Picture 15" descr="James_McDona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8319" y="1100088"/>
            <a:ext cx="268348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McDonald: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30446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McDonald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18636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867260"/>
            <a:ext cx="817021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Wright-Patterson AFRL employee who SHOT his wife, then SHOT Jaime Gustitus, then KILLED himself — October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murder-suicide took place at a government building — not a domestic setting.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Wright-Patterson is the base at the CENTER of UFO crash retrieval lore (Hangar 18, Project Blue Book).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wife Jaymee worked in AFRL finance. Gustitus was an AFRL analyst with Top Secret/SCI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AFRL employees dead at the base connected to the most sensitive classified programs in the country.</a:t>
            </a:r>
          </a:p>
        </p:txBody>
      </p:sp>
      <p:pic>
        <p:nvPicPr>
          <p:cNvPr id="16" name="Picture 15" descr="Jacob_Prich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7049" y="1070199"/>
            <a:ext cx="3059992" cy="4473710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67047" y="547341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6818" y="622965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aurav_Tiwa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4585" y="1070199"/>
            <a:ext cx="2248192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Gaurav Tiwari: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Gaurav Tiwari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19223" y="1795810"/>
            <a:ext cx="9057049" cy="33547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India's most famous paranormal investigator found DEAD by hanging at age 32 in New Delhi.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Founded the Indian Paranormal Society and investigated thousands of cases across India.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told his wife and family that a "negative force" was pulling him toward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history of depression. No suicide note. His family was adamant it was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been receiving THREATS related to his investigations in the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young, vibrant researcher at the peak of his career — gone overnight.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_Adamsk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7263" y="1100088"/>
            <a:ext cx="311924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Adamski: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Adamski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815863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famous UFO </a:t>
            </a:r>
            <a:r>
              <a:rPr dirty="0" err="1"/>
              <a:t>contactee</a:t>
            </a:r>
            <a:r>
              <a:rPr dirty="0"/>
              <a:t> of the 1950s — DIED of a heart attack at age 74 in Silver Spring, Maryland.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direct contact with beings from Venus and other planets — published bestselling books about his experiences.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Met with Pope John XXIII at the Vatican in 1963 and was allegedly given a secret papal blessing.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Taken less seriously than other researchers — yet his contacts and influence were extraordinary.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from a heart attack fits the pattern documented by Otto Binder of sudden cardiac deaths among UFO figures.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5957" y="1867260"/>
            <a:ext cx="8439767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First U.S. Secretary of Defense — FELL from the 16th floor of Bethesda Naval Hospital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Navy review board did NOT formally conclude suicide — only that the fall caused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being held in the hospital against his will — his brother was told he could NOT visit.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Allegedly knew about the Roswell crash recovery and was part of the original Majestic 12 group.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bathrobe sash was found knotted around his neck. Broken glass</a:t>
            </a:r>
            <a:br>
              <a:rPr lang="en-US" dirty="0"/>
            </a:br>
            <a:r>
              <a:rPr dirty="0"/>
              <a:t> littered the room. Scratch marks on the windowsill.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powerful military official in America — silenced permanently.</a:t>
            </a:r>
          </a:p>
        </p:txBody>
      </p:sp>
      <p:pic>
        <p:nvPicPr>
          <p:cNvPr id="16" name="Picture 15" descr="James_Forrest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1681" y="1100088"/>
            <a:ext cx="3074362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Forrestal: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84649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81409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Forrestal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67260"/>
            <a:ext cx="828646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Novartis chemical biology director who VANISHED on December 12, 2025 at age 45.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body was found THREE MONTHS later in Lake </a:t>
            </a:r>
            <a:r>
              <a:rPr dirty="0" err="1"/>
              <a:t>Quannapowitt</a:t>
            </a:r>
            <a:r>
              <a:rPr dirty="0"/>
              <a:t>, Massachusetts — March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said "no foul play suspected" — but the medical examiner has NOT released cause of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Part of the 2025-2026 scientist cluster that includes murdered and missing defense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pharmaceutical scientist with cutting-edge expertise who </a:t>
            </a:r>
            <a:br>
              <a:rPr lang="en-US" dirty="0"/>
            </a:br>
            <a:r>
              <a:rPr dirty="0"/>
              <a:t>simply disappeared one December night.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083" y="1100088"/>
            <a:ext cx="2940887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Sullivan: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Sullivan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Singer-songwriter who recorded an album called "U.F.O." — then VANISHED in the New Mexico desert at age 35.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album featured lyrics about highway travel, leaving family, and alien encounters — eerily prophetic.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near Santa Rosa, New Mexico while driving cross-country. His VW Bug was found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belongings were inside the car but Jim was GONE. No body was 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Vanished in the same New Mexico desert corridor where defense scientists would later disappear decades later.</a:t>
            </a:r>
          </a:p>
        </p:txBody>
      </p:sp>
      <p:pic>
        <p:nvPicPr>
          <p:cNvPr id="16" name="Picture 15" descr="Jim_Sulliv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1275" y="1100088"/>
            <a:ext cx="495941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Free energy pioneer who DIED SUDDENLY at age 67 in 2016 — cause never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Built electromagnetic energy recovery devices that were demonstrated publicly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"Bedini Motor" became the most replicated alternative energy device in the free energy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thousands of replications, the technology never reached commercial production.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Another inventor whose sudden death coincided with decades of work that threatened the energy establishment.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Burroughs: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Burroughs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Air Force witness to the Rendlesham Forest UFO incident of December 1980 — suffered PERMANENT RADIATION INJURIES.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VA initially DENIED his medical claims — saying his military records from that period were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Eventually received a full VA disability rating after Senator John McCain intervened.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medical records from the Rendlesham period were classified at a level normally reserved for nuclear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permanently damaged — proof that UAP encounters cause real physical harm that the government covers up.</a:t>
            </a:r>
          </a:p>
        </p:txBody>
      </p:sp>
      <p:pic>
        <p:nvPicPr>
          <p:cNvPr id="16" name="Picture 15" descr="John_Burrough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758" y="1100088"/>
            <a:ext cx="481845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47117" y="1912953"/>
            <a:ext cx="868084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Conspiracy author who DIED at age 49 from a blood clot after knee surgery — at Burning Man, he fell off a stage.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Wrote "Black Helicopters Over America" and "The Octopus" — continuing Danny Casolaro's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a friend before surgery: "I have this feeling that if they put me under, I'm not going to wake up."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a pulmonary embolism during a routine knee operation. He never woke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premonition and the connection to Casolaro's lethal investigation make this deeply unsettling.</a:t>
            </a:r>
          </a:p>
        </p:txBody>
      </p:sp>
      <p:pic>
        <p:nvPicPr>
          <p:cNvPr id="16" name="Picture 15" descr="Jim_Kei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3985" y="1040310"/>
            <a:ext cx="245257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Keith: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Keith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67260"/>
            <a:ext cx="8733616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ASSASSINATED at age 46 in Dallas, Texas — the President of the United States, shot in broad daylight.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Some researchers link his murder to his alleged interest in UFO/UAP programs and desire for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Reportedly requested CIA briefings on UFO programs — a memo dated November 12, 1963, ten days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Warren Commission blamed a lone gunman — but the House Select Committee concluded a "probable conspiracy."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changed the trajectory of American transparency on </a:t>
            </a:r>
            <a:br>
              <a:rPr lang="en-US" dirty="0"/>
            </a:br>
            <a:r>
              <a:rPr dirty="0"/>
              <a:t>national security secrets forever.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Picture 15" descr="John_F_Kenne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6538" y="1100088"/>
            <a:ext cx="299534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Leonard Stringfield: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Leonard Stringfield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UFO crash-retrieval research who DIED of lung cancer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SEVEN Status Reports documenting alleged government recovery of alien craft — the most extensive such research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military intelligence officer who became the world's leading crash-retrieval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CRIFO — one of the largest civilian UFO organizations in the 1950s.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lung cancer adds to the cluster of prominent UFO researchers dying of cancer.</a:t>
            </a:r>
          </a:p>
        </p:txBody>
      </p:sp>
      <p:pic>
        <p:nvPicPr>
          <p:cNvPr id="16" name="Picture 15" descr="Leonard_String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797" y="1100088"/>
            <a:ext cx="266637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Mae Brussell: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Mae Brussell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conspiracy researcher and radio host who DIED of fast-acting cancer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DEATH THREATS seven months before her cancer diagnosis.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Broadcast weekly for over 17 years, connecting dots between intelligence operations and political assassinations.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cancer progressed with unusual speed — from diagnosis to death in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death threat followed by fast-acting cancer mirrors the pattern seen with Karla Turner and other researchers.</a:t>
            </a:r>
          </a:p>
        </p:txBody>
      </p:sp>
      <p:pic>
        <p:nvPicPr>
          <p:cNvPr id="16" name="Picture 15" descr="Mae_Bruss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210" y="1100088"/>
            <a:ext cx="528554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B0757-C041-BCE8-ACD8-DB8AA547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073" y="1155523"/>
            <a:ext cx="5420889" cy="30469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161335" y="5494048"/>
            <a:ext cx="5055451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Mark McCandlish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85740" y="6371616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Aerospace illustrator found DEAD from a shotgun blast to the head at age 65.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scheduled to testify before a Senate committee about CLASSIFIED antigravity craft — died days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Created the famous "Flux Liner" illustration of a secret antigravity vehicle based on firsthand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alien reproduction vehicles.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friend who attended the secret air show where the craft was displayed ALSO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right before his most important testimony — the pattern is unmistakable.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Livelsberger: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Livelsberger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Green Beret who SHOT himself in a Cybertruck loaded with explosives outside Trump International Hotel — age 37.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Detonated the vehicle on New Year's Day 2025 in Las Vegas.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Left manifestos expressing frustration with government secrecy and corruption.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Special Forces operative with access to classified programs and advanced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dramatic and public death raised questions about what he knew and what pushed him to the edge.</a:t>
            </a:r>
          </a:p>
        </p:txBody>
      </p:sp>
      <p:pic>
        <p:nvPicPr>
          <p:cNvPr id="16" name="Picture 15" descr="Matthew_Livels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and conspiracy researcher who DIED at age 39 in Warsaw, Poland — found dead on a sofa.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Texted his mother days before: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VOMITED black liquid before dying — witnesses described it as disturbing and abnormal.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traveled to Poland to give a presentation on government cover-ups and secret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Officially died of pneumonia and drug intoxication — but his mother fought for years to get an inquest.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 researcher who predicted his own death, then died in a foreign country.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researcher found DEAD from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"The Case for the UFO" — the book that prompted the famous Philadelphia Experiment annotations.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took his annotated book seriously enough to reproduce it in a limited classified print run.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deeply depressed after his career collapsed — but the car exhaust method mirrors intelligence assassination technique.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as he was preparing new research into anti-gravity and unified field theory.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Visionary inventor who DIED at age 86 in his hotel room — the FBI SEIZED his papers within hours.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directed energy weapon research, wireless power transmission, and particle beam technology vanished into classified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alternating current, radio, and technologies decades ahead of his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 and alone at the Hotel New Yorker — one of history's greatest minds,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Alien Property Custodian (a WWII agency) took custody of his papers — despite Tesla being a U.S. citizen.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What the government found in those files has never been fully disclosed.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746" y="1100088"/>
            <a:ext cx="29004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F8E10C30-2F4B-966B-5587-313C7C8C08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Chinese-American physicist who published groundbreaking antigravity research — then DISAPPEARED from public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a $448,970 DOD grant for her company AC Gravity — then went completely SILENT.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STRUCK by a vehicle on the UAH campus — causing permanent brain damage.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the SAME city (Huntsville, Alabama) where Amy Eskridge was later found dead from a gunshot wound.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antigravity researchers in the same city, both neutralized. One by vehicle. One by bullet.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Alzheimer's in 2021 at age 78 — but her research had been silenced decades earlier.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professor and director of the Plasma Science and Fusion Center — SHOT and KILLED at age 47 in Brookline, Massachusetts.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world's leading plasma physics researchers — his work had implications for fusion energy and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MURDERED in December 2025 — two months before Caltech astrophysicist Carl Grillmair was also SHOT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has sent chills through the defense research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 47-year-old Portuguese-born scientist killed outside his home.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 Schneider: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 Schneider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67260"/>
            <a:ext cx="8141210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with a rubber catheter tube wrapped THREE TIMES around his neck at age 48.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FINGERPRINTS were found on the catheter tube — impossible if he strangled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Lectured publicly for two years about deep underground military bases and alien encounters.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he survived a firefight with aliens in an underground base beneath Dulce, New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audiences repeatedly: "If I ever 'commit suicide,' I was MURDERED."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Missing fingers on one hand — which he said were blown off in the underground firefight.</a:t>
            </a:r>
          </a:p>
        </p:txBody>
      </p:sp>
      <p:pic>
        <p:nvPicPr>
          <p:cNvPr id="16" name="Picture 15" descr="Phil_Schne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09B1A102-AB68-C95F-84A9-46E0E0B16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87530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found SHOT in a park-and-ride lot at age 66. Ruled SUICIDE two years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Exposed how the Obama administration SHUT DOWN investigations into Islamic terror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about to publish a new book with additional explosive revelations when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with a single gunshot wound next to his vehicle — but his laptop and phone were MISSING.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Friends and colleagues were unanimous: he was NOT suicidal. He was energized and planning his future.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LANL high-explosives chemist KILLED in a head-on car crash at age 44 on the road to Los Alamos.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February 2024 — the same month former HAARP chief scientist Christopher Fallen was murdered in Albuquerque.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at Los Alamos National Laboratory on explosives research with defense applications.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crash occurred on NM-501 near the LANSCE facility — deep in the Los Alamos security zone.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defense scientists dead in New Mexico in the same month — one year before the 2025 disappearance cluster began.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2" y="1100088"/>
            <a:ext cx="27468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Philo Farnsworth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79012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inventor of TELEVISION whose fusion energy research was DEFUNDED and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a working fusor — a nuclear fusion device — that achieved real fusion reactions in the 1960s.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ITT Corporation bought his lab, then SHUT DOWN his fusion research despite its promise.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age 64 of pneumonia in 1971 — broken by decades of having his greatest work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man who gave the world television was denied the chance to give the world clean energy.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307" y="1100088"/>
            <a:ext cx="51486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DIESEL ENGINE who VANISHED from a ship crossing the English Channel in 1913.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floating in the sea days later — but was too decomposed for autopsy.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on his way to England to discuss licensing his engine to the British Navy.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parties had motive: oil companies, coal interests, and rival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inventor disappearance in history — and the first to demonstrate the inventor-death pattern.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rank_Edw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474" y="1100088"/>
            <a:ext cx="3357970" cy="42907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Edwards: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912953"/>
            <a:ext cx="816352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Prominent UFO author and radio broadcaster — DIED of a heart attack at age 59.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on the EXACT 20th anniversary of Kenneth Arnold's 1947 sighting — the event that launched the UFO 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Bestselling books, national radio audience, one of the most influential early UFO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Heart attack on the most symbolically significant date in UFO history. Coincidence? At 59?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came during a period when multiple early UFO researchers died or were SILENCED.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331050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Edwards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087284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Ryan Graves: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Ryan Graves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Navy F/A-18 pilot who became the FIRST active-duty military pilot to publicly testify before Congress about UAPs.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Americans for Safe Aerospace — a UAP advocacy organization for military witnesses.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daily UAP encounters during his Navy service that posed real FLIGHT SAFETY risks.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alongside David Grusch in the historic July 2023 House Oversight hearing.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his public advocacy makes him a target for those who want disclosure stopped.</a:t>
            </a:r>
          </a:p>
        </p:txBody>
      </p:sp>
      <p:pic>
        <p:nvPicPr>
          <p:cNvPr id="16" name="Picture 15" descr="Ryan_Gra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Stanley Meyer: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Stanley Meyer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POISONED me." Then he COLLAPSED at a restaurant and died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water fuel cell that could run a car on WATER — demonstrated it publicly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meeting with Belgian investors at a restaurant in Grove City, Ohio when he fell 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cerebral aneurysm — but Meyer's family insists he was healthy and was targeted.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Turned down millions from the auto industry to keep the technology available to the PUBLIC.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case of an energy inventor dying at the exact moment of commercialization.</a:t>
            </a:r>
          </a:p>
        </p:txBody>
      </p:sp>
      <p:pic>
        <p:nvPicPr>
          <p:cNvPr id="16" name="Picture 15" descr="Stanley_Mey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96640"/>
            <a:ext cx="5387784" cy="329177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868316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AT multiple times. Took a bullet to the LEG in one attack. His lab was RANSACKED.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"Moray Valve" — a device that extracted usable electricity from "radiant energy" with no power source.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own assistant Felix Frazer DESTROYED the device with an AX during a lab confrontation in 1941.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Soviet agents reportedly approached him seeking to acquire the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Shot, wounded, ransacked, and then his own assistant smashed it. Died at 81 — the technology died decades earlier.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282CBA-4728-5819-6D42-5858A1A71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671"/>
          <a:stretch>
            <a:fillRect/>
          </a:stretch>
        </p:blipFill>
        <p:spPr>
          <a:xfrm flipH="1">
            <a:off x="9746965" y="1063309"/>
            <a:ext cx="2309593" cy="45082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9173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2320" y="4957997"/>
            <a:ext cx="4550222" cy="135177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2320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4202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Canadian government engineer who ran PROJECT MAGNET — Canada's official UFO study — concluded UFOs were EXTRATERRESTRIAL.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cancer at age 52 — adding to the pattern of UFO researchers dying of cancer.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classified memo confirmed that UFOs were "the most highly classified subject" in the U.S.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Recovered a piece of a UFO that was analyzed by the Canadian government before being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government scientist who proved UFOs were real — then died of cancer at a young age.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856" y="1100088"/>
            <a:ext cx="36122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200102" y="593826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15671" y="643502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2044" y="1905506"/>
            <a:ext cx="7912145" cy="3816429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600" dirty="0"/>
              <a:t>UFO investigator who was deliberately DRIVEN INSANE by the Air Force Office of Special Investigations (AFOSI).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600" dirty="0"/>
              <a:t>Lived near Kirtland AFB and detected genuine anomalous signals — the government's response was to gaslight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600" dirty="0"/>
              <a:t>AFOSI agent Richard Doty fed him disinformation until Bennewitz suffered a complete mental BREAKDOWN.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600" dirty="0"/>
              <a:t>Was hospitalized in a psychiatric facility — a confirmed case of government psychological warfare against a civilian.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600" dirty="0"/>
              <a:t>Died at age 75 in 2003 — but his mind was destroyed decades earlier by his own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600" dirty="0"/>
              <a:t>The most thoroughly documented case of intelligence agencies deliberately destroying a UFO researcher.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010" y="1629471"/>
            <a:ext cx="3923345" cy="297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5322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BOOKS were BURNED by order of a U.S. federal court — the only government book burning in American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federal prison at age 60 — ONE DAY before he was eligible for parole.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orgone energy accumulators and cloudbusters — devices the FDA sought to destroy.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Over SIX TONS of his publications were incinerated by court order.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Austrian-American physician and scientist, imprisoned for refusing to stop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government burned his books, locked him in prison, and he died the day before freedom.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78198"/>
            <a:ext cx="899748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Air Force analyst who revealed photos of STRUCTURES on the far side of the moon — KILLED in a hit-and-run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Struck by a tractor trailer while cycling near his home in Lansing, New York — October 2018.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at the 2001 Disclosure Project National Press Club event about what he saw at NSA's Langley facility.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Described being shown photographic evidence of a BASE on the lunar surface during his Air Force service.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hit-and-run came 17 years after he went public — but the</a:t>
            </a:r>
            <a:br>
              <a:rPr lang="en-US" dirty="0"/>
            </a:br>
            <a:r>
              <a:rPr dirty="0"/>
              <a:t> pattern of vehicular "accidents" is well established.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4721" y="1070199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</TotalTime>
  <Words>6286</Words>
  <Application>Microsoft Macintosh PowerPoint</Application>
  <PresentationFormat>Widescreen</PresentationFormat>
  <Paragraphs>587</Paragraphs>
  <Slides>48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77</cp:revision>
  <dcterms:created xsi:type="dcterms:W3CDTF">2026-02-13T11:27:00Z</dcterms:created>
  <dcterms:modified xsi:type="dcterms:W3CDTF">2026-04-02T18:13:19Z</dcterms:modified>
</cp:coreProperties>
</file>