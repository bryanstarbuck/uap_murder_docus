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3" r:id="rId32"/>
    <p:sldId id="304" r:id="rId33"/>
    <p:sldId id="305" r:id="rId34"/>
    <p:sldId id="306" r:id="rId35"/>
    <p:sldId id="307" r:id="rId36"/>
    <p:sldId id="308" r:id="rId37"/>
    <p:sldId id="310" r:id="rId38"/>
    <p:sldId id="311" r:id="rId39"/>
    <p:sldId id="312" r:id="rId40"/>
    <p:sldId id="313" r:id="rId41"/>
    <p:sldId id="314" r:id="rId42"/>
    <p:sldId id="315" r:id="rId43"/>
    <p:sldId id="316" r:id="rId44"/>
    <p:sldId id="317" r:id="rId45"/>
    <p:sldId id="318" r:id="rId46"/>
    <p:sldId id="320" r:id="rId47"/>
    <p:sldId id="322" r:id="rId48"/>
    <p:sldId id="323" r:id="rId49"/>
    <p:sldId id="324" r:id="rId50"/>
    <p:sldId id="326" r:id="rId51"/>
    <p:sldId id="339" r:id="rId52"/>
    <p:sldId id="327" r:id="rId53"/>
    <p:sldId id="328" r:id="rId54"/>
    <p:sldId id="329" r:id="rId55"/>
    <p:sldId id="330" r:id="rId56"/>
    <p:sldId id="331" r:id="rId57"/>
    <p:sldId id="332" r:id="rId58"/>
    <p:sldId id="333" r:id="rId59"/>
    <p:sldId id="334" r:id="rId60"/>
    <p:sldId id="335" r:id="rId61"/>
    <p:sldId id="336" r:id="rId62"/>
    <p:sldId id="337" r:id="rId63"/>
    <p:sldId id="338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25"/>
    <p:restoredTop sz="98824"/>
  </p:normalViewPr>
  <p:slideViewPr>
    <p:cSldViewPr snapToGrid="0">
      <p:cViewPr varScale="1">
        <p:scale>
          <a:sx n="282" d="100"/>
          <a:sy n="282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and KILLED at age 55 while working as a security guard at a Buffalo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Buffalo police officer who had demonstrated a WATER-POWERED CAR prototype on local television just two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water-car tech echoes Stanley Meyer — another water fuel inventor who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Hailed as a HERO for firing back at the mass shooter and trying to save lives.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30-year law enforcement veteran, beloved member of the Buffalo community.</a:t>
            </a:r>
          </a:p>
        </p:txBody>
      </p:sp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from a GUNSHOT wound at age 34 in Huntsville, Alabama.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the Institute for Exotic Science — researching ANTIGRAVITY and advanced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UK intelligence officer Franc Milburn alleged to CONGRESS she was MURDERED by a private aerospace company using directed 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planned to present novel antigravity work but needed NASA approval first — she wanted to bring it "into the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police reports, autopsy findings, or coroner's statements have EVER been publicly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Ning Li, another antigravity researcher in the SAME city, was struck by a vehicle on campus — causing permanent brain damage.</a:t>
            </a:r>
          </a:p>
        </p:txBody>
      </p:sp>
      <p:pic>
        <p:nvPicPr>
          <p:cNvPr id="16" name="Picture 15" descr="Amy_Esk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304" y="1100088"/>
            <a:ext cx="292535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FELL down a flight of stairs and DIED at age 76 — a method nearly impossible to distinguish from being pushed.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U.S. Patent 4,394,230 for splitting water molecules into hydrogen fuel — a technology that could have made oil obsolete.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home and laboratory were DESTROYED by ARSON in 1979 — he blamed the CIA.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Deeply connected to MKULTRA, Project ARTICHOKE, and Army chemical warfare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impoverished, waiting for a social security check, unable to afford to move after eviction.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Bob Lazar: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Bob Lazar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Claims he REVERSE-ENGINEERED alien spacecraft at S-4 near Area 51 — and has maintained the story for 35+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2017, the FBI RAIDED his scientific supply business — allegedly over an unrelated murder case. Lazar believes they wanted his Element 115 sample.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Element 115 as alien fuel in 1989 — fourteen YEARS before scientists synthesized it in a lab.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MIT and Caltech education records were ERASED. A Los Alamos phone directory confirms he worked there.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person to publicly identify Area 51 and S-4 as alien tech reverse-engineering sites — years before the government acknowledged Area 51 existed.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ongoing government surveillance and interest since 1989.</a:t>
            </a:r>
          </a:p>
        </p:txBody>
      </p:sp>
      <p:pic>
        <p:nvPicPr>
          <p:cNvPr id="16" name="Picture 15" descr="Bob_Laz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Boyd Bushman: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Boyd Bushman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Lockheed Martin senior scientist with a 40-YEAR career and 26 patents — recorded a DEATHBED confession about aliens at Area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he worked on REVERSE-ENGINEERING alien technology and had direct contact with living and deceased alien beings.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Waited until he was DYING at age 78 to speak — suggesting decades of fear of retaliation.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credentials make him one of the most qualified people to EVER make alien contact claims.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video went VIRAL after his death in August 2014 — but skeptics noted some photos resembled toy figures.</a:t>
            </a:r>
          </a:p>
        </p:txBody>
      </p:sp>
      <p:pic>
        <p:nvPicPr>
          <p:cNvPr id="16" name="Picture 15" descr="Boyd_Bush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7212"/>
            <a:ext cx="5387784" cy="30306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and KILLED on his porch at age 67 in rural California — February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Caltech astrophysicist with 147 peer-reviewed papers who validated instruments for NEO Surveyor — the telescope built to detect objects that could HIT EARTH.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suspect was found on his property with an unregistered rifle 58 days earlier — arrested, then charges DISMISSED 11 days before the killing.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Suspect returned and SHOT him dead. Detectives say they did not know each other. No motive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infrared detection algorithms are DUAL-USE: the same math that finds asteroids can find enemy satellites.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— murdered two months after MIT plasma physicist Nuno Loureiro was SHOT.</a:t>
            </a:r>
          </a:p>
        </p:txBody>
      </p:sp>
      <p:pic>
        <p:nvPicPr>
          <p:cNvPr id="16" name="Picture 15" descr="Carl_Grillm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20" y="1100088"/>
            <a:ext cx="230992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Fallen: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Fallen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HAARP chief scientist found BOUND and ASPHYXIATED in his Albuquerque home at age 46 — February 2024.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Head wrapped in tape, plastic bag secured with belt around his neck, hands and shins bound with duct tape.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Held CAPTIVE for approximately three days before dying — photographed during captivity by his killers.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AFRL senior research physicist specializing in ionospheric plasma physics and DIRECTED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Co-suspect died of a drug OVERDOSE before trial — eliminating his testimony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in the Albuquerque defense corridor preceded the 2025-2026 New Mexico scientist cluster.</a:t>
            </a:r>
          </a:p>
        </p:txBody>
      </p:sp>
      <p:pic>
        <p:nvPicPr>
          <p:cNvPr id="16" name="Picture 15" descr="Christopher_F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40" y="1100088"/>
            <a:ext cx="287768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Coral Lorenzen: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Coral Lorenzen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Co-founder of APRO — one of the world's oldest civilian UFO research organizations — DIED at age 63.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Jim died of cancer just two years earlier. Both founders gone within 24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APRO had operated for 36 YEARS with investigators in over 50 countries — it DISSOLVED after their deaths.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 her exact BIRTHDAY — April 12, 1988.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deaths removed one of the most important independent checks on government UFO narratives.</a:t>
            </a:r>
          </a:p>
        </p:txBody>
      </p:sp>
      <p:pic>
        <p:nvPicPr>
          <p:cNvPr id="16" name="Picture 15" descr="Coral_Lorenz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Danny Casolaro: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Danny Casolaro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hotel bathtub at age 44 — wrists SLASHED 12 times, one cut severing a tendon.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investigating "The Octopus" — connecting PROMIS software, Iran-Contra, Area 51, and Majestic 12.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his brother days before: "If something happens to me, don't believe it was an ACCIDENT."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research files and briefcase of evidence VANISHED from the hotel room — never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hotel room was CLEANED by a professional crew the next day, destroying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House Judiciary Committee found the police investigation INADEQUATE.</a:t>
            </a:r>
          </a:p>
        </p:txBody>
      </p:sp>
      <p:pic>
        <p:nvPicPr>
          <p:cNvPr id="16" name="Picture 15" descr="Danny_Casola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4825" y="1100088"/>
            <a:ext cx="31123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David Grusch: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David Grusch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UNDER OATH before Congress that the U.S. government possesses retrieved NON-HUMAN craft and biologics.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Air Force intelligence officer and NGA official with 14 years of service and combat deployments to Afghanistan.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Filed his complaint through proper channels — the Intelligence Community Inspector General deemed it "credible and URGENT."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Faced "very brutal" RETALIATION beginning in 2021, including attempts to revoke his security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under oath: "I have personal knowledge of people who have been HARMED or INJURED in the effort to cover up extraterrestrial technology."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the most significant UAP whistleblower in modern history.</a:t>
            </a:r>
          </a:p>
        </p:txBody>
      </p:sp>
      <p:pic>
        <p:nvPicPr>
          <p:cNvPr id="16" name="Picture 15" descr="David_Grus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4151"/>
            <a:ext cx="5387784" cy="3036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Elkins: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Elkins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Physics professor and Boeing 727 captain who SHOT himself at age 54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Co-author of the Ra Material (Law of One) — one of the most influential channeled UFO contact texts.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Suffered a year of severe mental deterioration that collaborators described as rapid and inexplicable.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brilliant, disciplined man who had been stable for DECADES suddenly lost his grip on reality.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collaborators documented the decline in detail — raising questions about what caused it.</a:t>
            </a:r>
          </a:p>
        </p:txBody>
      </p:sp>
      <p:pic>
        <p:nvPicPr>
          <p:cNvPr id="16" name="Picture 15" descr="Don_Elk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Don Wiley: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Don Wiley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America's top microbiologists — VANISHED after a banquet at age 57. Body found in the Mississippi River 300 miles downstream.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rental car was found on a bridge with the engine RUNNING and keys in the ignition.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bridge has SIX-FOOT-HIGH fences specifically designed to prevent accidental falls — the FBI said he "fell."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professor and Howard Hughes Medical Institute researcher specializing in the human immune system.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Second death in the 2001-2002 microbiologist cluster — Benito Que was BEATEN to death just 3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five weeks after disappearing, body badly decomposed.</a:t>
            </a:r>
          </a:p>
        </p:txBody>
      </p:sp>
      <p:pic>
        <p:nvPicPr>
          <p:cNvPr id="16" name="Picture 15" descr="Don_Wil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Dorothy Kilgallen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at age 52 from alcohol and barbiturates — in a room she NEVER used, fully dressed and made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journalist to get a private interview with Jack Ruby. Published his sealed Warren Commission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first mainstream journalists to break the story that British military was investigating UFOs (1954).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investigative notes and JFK assassination file VANISHED and have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friends she was about to "blow the JFK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Medical examiner ruled "circumstances UNDETERMINED" — not suicide, not accident.</a:t>
            </a:r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628" y="1100088"/>
            <a:ext cx="390870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Edward Ruppelt: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Edward Ruppelt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of a heart attack at age 37 — the man who coined the term "unidentified flying object."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director of Project Blue Book — the Air Force's official UFO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Originally wrote the definitive insider account exposing government UFO secrecy.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Then REVERSED himself, adding debunking chapters that contradicted everything he had written.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"sudden" heart attack shortly after the reversal — at an age when heart attacks are rare.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flip and death raised questions about whether he was pressured into recanting.</a:t>
            </a:r>
          </a:p>
        </p:txBody>
      </p:sp>
      <p:pic>
        <p:nvPicPr>
          <p:cNvPr id="16" name="Picture 15" descr="Edward_Ruppe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801" y="1100088"/>
            <a:ext cx="39343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BEATEN to death at age 56 — 32 LACERATIONS, crushed trachea, found outside a rental property in Connecticut.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Chief science writer at MIT who resigned after MIT allegedly falsified cold fusion data.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Infinite Energy magazine — the leading publication for cold fusion and new energy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just days before a major appearance on Coast to Coast AM radio to discuss a breakthrough.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murder was eventually attributed to tenants in a rental property dispute — but the timing haunts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Arguably the most important advocate for cold fusion in America — permanently silenced.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926" y="1100088"/>
            <a:ext cx="387411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Olson: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Olson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FELL from a 13th-floor hotel window at age 43 — CIA scientist dosed with LSD under MKULTRA nine days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family fought for DECADES to prove it was murder,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1994 exhumation found a previously undetected CRANIAL INJURY consistent with a blow to the head before the fall.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CIA admitted in 1975 they had secretly dosed him with LSD. His "suicide" was the cover 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Manhattan DA reopened the case as a HOMICIDE investigation in 1996.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on biological weapons at Fort Detrick — knew secrets the CIA could not afford to let out.</a:t>
            </a:r>
          </a:p>
        </p:txBody>
      </p:sp>
      <p:pic>
        <p:nvPicPr>
          <p:cNvPr id="16" name="Picture 15" descr="Frank_Ol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Scully: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Scully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"Behind the Flying Saucers" (1950) — one of the first books to claim the U.S. government recovered crashed UFOs.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heart attack at age 72 in Palm Springs,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book reported two crashed saucer recoveries with alien bodies — predating the Roswell narrative by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reputation was DESTROYED when his main source was convicted of fraud — but some claims later gained credibility.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 June 23, 1964 — the same date Frank Edwards would die three years later.</a:t>
            </a:r>
          </a:p>
        </p:txBody>
      </p:sp>
      <p:pic>
        <p:nvPicPr>
          <p:cNvPr id="16" name="Picture 15" descr="Frank_Scul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495" y="1100088"/>
            <a:ext cx="27869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Frederick Valentich: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Frederick Valentich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Australian pilot who VANISHED at age 20 over Bass Strait after radioing: "It is NOT an aircraft."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transmission described a large unknown object hovering above him with four bright lights.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Neither his body nor his Cessna 182 were EVER recovered.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final words on tape: metallic scraping sounds, then SILENCE. Then nothing. Forever.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Multiple independent witnesses reported UFO sightings in the same area that evening.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Australian Department of Transport concluded: "The reason for the disappearance has NOT been determined."</a:t>
            </a:r>
          </a:p>
        </p:txBody>
      </p:sp>
      <p:pic>
        <p:nvPicPr>
          <p:cNvPr id="16" name="Picture 15" descr="Frederick_Valent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231" y="1100088"/>
            <a:ext cx="381550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Gaurav Tiwari: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Gaurav Tiwari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India's most famous paranormal investigator found DEAD by hanging at age 32 in New Delhi.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Indian Paranormal Society and investigated thousands of cases across India.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told his wife and family that a "negative force" was pulling him toward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 history of depression. No suicide note. His family was adamant it was NOT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been receiving THREATS related to his investigations in the months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young, vibrant researcher at the peak of his career — gone overnight.</a:t>
            </a:r>
          </a:p>
        </p:txBody>
      </p:sp>
      <p:pic>
        <p:nvPicPr>
          <p:cNvPr id="16" name="Picture 15" descr="Gaurav_Tiw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6887" y="1100088"/>
            <a:ext cx="224819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Adamski: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Adamski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UFO contactee of the 1950s — DIED of a heart attack at age 74 in Silver Spring, Maryland.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direct contact with beings from Venus and other planets — published bestselling books about his experiences.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Met with Pope John XXIII at the Vatican in 1963 and was allegedly given a secret papal blessing.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Taken less seriously than other researchers — yet his contacts and influence were extraordinary.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from a heart attack fits the pattern documented by Otto Binder of sudden cardiac deaths among UFO figures.</a:t>
            </a:r>
          </a:p>
        </p:txBody>
      </p:sp>
      <p:pic>
        <p:nvPicPr>
          <p:cNvPr id="16" name="Picture 15" descr="George_Adamsk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361" y="1100088"/>
            <a:ext cx="311924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Knapp: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Knapp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journalist who broke the Bob Lazar story in 1989 — exposing Area 51 and S-4 to the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before Congress in March 2025 about UAP programs and government cover-ups.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Peabody Award-winning investigative reporter who spent 35+ years on the UFO beat.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Broke stories on Skinwalker Ranch, AAWSAP, and the Pentagon's secret UAP investigations.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one of the most prominent journalists pushing for UAP disclosure.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Has faced decades of attempts to discredit his reporting and sources.</a:t>
            </a:r>
          </a:p>
        </p:txBody>
      </p:sp>
      <p:pic>
        <p:nvPicPr>
          <p:cNvPr id="16" name="Picture 15" descr="George_Kn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Harald Malmgren: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Harald Malmgren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Diplomat who served under FOUR presidents — made dramatic deathbed claims about handling UFO debris.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Claimed he witnessed a craft SHOOT-DOWN in 1962 and handled recovered materials.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FBI files declassified in May 2025 proved he FABRICATED key claims about his security clearances.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89 of natural causes — his death is NOT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Included as a cautionary tale: not every UFO claim is genuine, even from credentialed insiders.</a:t>
            </a:r>
          </a:p>
        </p:txBody>
      </p:sp>
      <p:pic>
        <p:nvPicPr>
          <p:cNvPr id="16" name="Picture 15" descr="Harald_Malmgr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802" y="1100088"/>
            <a:ext cx="252636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Ivan Sanderson: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Ivan Sanderson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Renowned biologist and paranormal researcher who DIED of brain cancer at age 62.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Society for the Investigation of the Unexplained (SITU).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Published groundbreaking work on USOs (Unidentified Submerged Objects) and anomalous phenomena.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Brain cancer — the same diagnosis that killed J. Allen Hynek, another major UFO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cluster of brain tumors and fast-acting cancers among UFO researchers was first documented by Otto Binder.</a:t>
            </a:r>
          </a:p>
        </p:txBody>
      </p:sp>
      <p:pic>
        <p:nvPicPr>
          <p:cNvPr id="16" name="Picture 15" descr="Ivan_Sander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535" y="1100088"/>
            <a:ext cx="241689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 Allen Hynek: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 Allen Hynek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man who went from government UFO DEBUNKER to the field's most important scientific advocate — DIED of a brain tumor at 75.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Scientific consultant to Project Blue Book for two decades — coined "Close Encounters of the Third Kind."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Publicly broke with the Air Force's debunking, saying the evidence demanded serious scientific study.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the Center for UFO Studies (CUFOS) — the most scientifically rigorous UFO research organization.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brain tumor diagnosis came as he was actively building the case for mainstream scientific attention to UFOs.</a:t>
            </a:r>
          </a:p>
        </p:txBody>
      </p:sp>
      <p:pic>
        <p:nvPicPr>
          <p:cNvPr id="16" name="Picture 15" descr="J_Allen_Hyn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9274" y="1100088"/>
            <a:ext cx="272341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Wright-Patterson AFRL employee who SHOT his wife, then SHOT Jaime Gustitus, then KILLED himself — October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murder-suicide took place at a government building — not a domestic setting.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Wright-Patterson is the base at the CENTER of UFO crash retrieval lore (Hangar 18, Project Blue Book).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Jaymee worked in AFRL finance. Gustitus was an AFRL analyst with Top Secret/SCI clearance.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AFRL employees dead at the base connected to the most sensitive classified programs in the country.</a:t>
            </a:r>
          </a:p>
        </p:txBody>
      </p:sp>
      <p:pic>
        <p:nvPicPr>
          <p:cNvPr id="16" name="Picture 15" descr="Jacob_Prich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366" y="1100088"/>
            <a:ext cx="265723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Forrestal: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Forrestal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U.S. Secretary of Defense — FELL from the 16th floor of Bethesda Naval Hospital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Navy review board did NOT formally conclude suicide — only that the fall caused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being held in the hospital against his will — his brother was told he could NOT visit.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knew about the Roswell crash recovery and was part of the original Majestic 12 group.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bathrobe sash was found knotted around his neck. Broken glass littered the room. Scratch marks on the windowsill.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powerful military official in America — silenced permanently.</a:t>
            </a:r>
          </a:p>
        </p:txBody>
      </p:sp>
      <p:pic>
        <p:nvPicPr>
          <p:cNvPr id="16" name="Picture 15" descr="James_Forrest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802" y="1100088"/>
            <a:ext cx="307436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James McDonald: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James McDonald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Senior atmospheric physicist found DEAD in the Arizona desert at age 51 — SHOT in the head with his own revolver.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scientifically credentialed UFO researcher of his era — University of Arizona professor who testified before Congress.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career was SYSTEMATICALLY DESTROYED: the CIA leaked information about his personal life to discredit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marriage collapsed. His funding dried up. His colleagues turned on him. Then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SUICIDE — but the career destruction → isolation → death pipeline matches intelligence playbooks.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pattern: discredit, isolate, destroy, eliminate.</a:t>
            </a:r>
          </a:p>
        </p:txBody>
      </p:sp>
      <p:pic>
        <p:nvPicPr>
          <p:cNvPr id="16" name="Picture 15" descr="James_McDona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9241" y="1100088"/>
            <a:ext cx="268348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Novartis chemical biology director who VANISHED on December 12, 2025 at age 45.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found THREE MONTHS later in Lake Quannapowitt, Massachusetts — March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said "no foul play suspected" — but the medical examiner has NOT released cause of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that includes murdered and missing defense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pharmaceutical scientist with cutting-edge expertise who simply disappeared one December night.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39" y="1100088"/>
            <a:ext cx="294088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Keith: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Keith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Conspiracy author who DIED at age 49 from a blood clot after knee surgery — at Burning Man, he fell off a stage.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Wrote "Black Helicopters Over America" and "The Octopus" — continuing Danny Casolaro's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a friend before surgery: "I have this feeling that if they put me under, I'm not going to wake up."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 pulmonary embolism during a routine knee operation. He never woke up.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premonition and the connection to Casolaro's lethal investigation make this deeply unsettling.</a:t>
            </a:r>
          </a:p>
        </p:txBody>
      </p:sp>
      <p:pic>
        <p:nvPicPr>
          <p:cNvPr id="16" name="Picture 15" descr="Jim_Ke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4696" y="1100088"/>
            <a:ext cx="24525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Jim Sullivan: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Jim Sullivan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Singer-songwriter who recorded an album called "U.F.O." — then VANISHED in the New Mexico desert at age 35.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album featured lyrics about highway travel, leaving family, and alien encounters — eerily prophetic.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near Santa Rosa, New Mexico while driving cross-country. His VW Bug was found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belongings were inside the car but Jim was GONE. No body was 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Vanished in the same New Mexico desert corridor where defense scientists would later disappear decades later.</a:t>
            </a:r>
          </a:p>
        </p:txBody>
      </p:sp>
      <p:pic>
        <p:nvPicPr>
          <p:cNvPr id="16" name="Picture 15" descr="Jim_Sulliv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1275" y="1100088"/>
            <a:ext cx="495941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Free energy pioneer who DIED SUDDENLY at age 67 in 2016 — cause never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Built electromagnetic energy recovery devices that were demonstrated publicly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"Bedini Motor" became the most replicated alternative energy device in the free energy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thousands of replications, the technology never reached commercial production.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Another inventor whose sudden death coincided with decades of work that threatened the energy establishment.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Burroughs: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Burroughs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Air Force witness to the Rendlesham Forest UFO incident of December 1980 — suffered PERMANENT RADIATION INJURIES.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VA initially DENIED his medical claims — saying his military records from that period were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Eventually received a full VA disability rating after Senator John McCain intervened.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medical records from the Rendlesham period were classified at a level normally reserved for nuclear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permanently damaged — proof that UAP encounters cause real physical harm that the government covers up.</a:t>
            </a:r>
          </a:p>
        </p:txBody>
      </p:sp>
      <p:pic>
        <p:nvPicPr>
          <p:cNvPr id="16" name="Picture 15" descr="John_Burrough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758" y="1100088"/>
            <a:ext cx="481845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ASSASSINATED at age 46 in Dallas, Texas — the President of the United States, shot in broad daylight.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Some researchers link his murder to his alleged interest in UFO/UAP programs and desire for disclosure.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Reportedly requested CIA briefings on UFO programs — a memo dated November 12, 1963, ten days before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Warren Commission blamed a lone gunman — but the House Select Committee concluded a "probable conspiracy."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changed the trajectory of American transparency on national security secrets forever.</a:t>
            </a:r>
          </a:p>
        </p:txBody>
      </p:sp>
      <p:pic>
        <p:nvPicPr>
          <p:cNvPr id="16" name="Picture 15" descr="John_F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309" y="1100088"/>
            <a:ext cx="299534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Mack: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Mack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psychiatrist who VALIDATED alien abduction experiences — STRUCK and KILLED by a drunk driver at age 74 in London.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Pulitzer Prize winner whose alien abduction research drew a formal Harvard investigation to discredit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years interviewing hundreds of abductees and concluded their experiences were REAL.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Harvard tried to REVOKE his tenure — the first such attempt in the university's history. He survived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Then he was killed crossing a street in London. The drunk driver was convicted of careless driving.</a:t>
            </a:r>
          </a:p>
        </p:txBody>
      </p:sp>
      <p:pic>
        <p:nvPicPr>
          <p:cNvPr id="16" name="Picture 15" descr="John_M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03640"/>
            <a:ext cx="5387784" cy="307777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Karl Wolfe: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Karl Wolfe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Air Force analyst who revealed photos of STRUCTURES on the far side of the moon — KILLED in a hit-and-run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Struck by a tractor trailer while cycling near his home in Lansing, New York — October 2018.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at the 2001 Disclosure Project National Press Club event about what he saw at NSA's Langley facility.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being shown photographic evidence of a BASE on the lunar surface during his Air Force service.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hit-and-run came 17 years after he went public — but the pattern of vehicular "accidents" is well established.</a:t>
            </a:r>
          </a:p>
        </p:txBody>
      </p:sp>
      <p:pic>
        <p:nvPicPr>
          <p:cNvPr id="16" name="Picture 15" descr="Karl_Wol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451" y="1100088"/>
            <a:ext cx="236306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Leonard Stringfield: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Leonard Stringfield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 of UFO crash-retrieval research who DIED of lung cancer at age 74.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Published SEVEN Status Reports documenting alleged government recovery of alien craft — the most extensive such research ever.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military intelligence officer who became the world's leading crash-retrieval researcher.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CRIFO — one of the largest civilian UFO organizations in the 1950s.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from lung cancer adds to the cluster of prominent UFO researchers dying of cancer.</a:t>
            </a:r>
          </a:p>
        </p:txBody>
      </p:sp>
      <p:pic>
        <p:nvPicPr>
          <p:cNvPr id="16" name="Picture 15" descr="Leonard_String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797" y="1100088"/>
            <a:ext cx="266637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Mae Brussell: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Mae Brussell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conspiracy researcher and radio host who DIED of fast-acting cancer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DEATH THREATS seven months before her cancer diagnosis.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Broadcast weekly for over 17 years, connecting dots between intelligence operations and political assassinations.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cancer progressed with unusual speed — from diagnosis to death in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death threat followed by fast-acting cancer mirrors the pattern seen with Karla Turner and other researchers.</a:t>
            </a:r>
          </a:p>
        </p:txBody>
      </p:sp>
      <p:pic>
        <p:nvPicPr>
          <p:cNvPr id="16" name="Picture 15" descr="Mae_Bruss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210" y="1100088"/>
            <a:ext cx="528554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B0757-C041-BCE8-ACD8-DB8AA547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5073" y="1155523"/>
            <a:ext cx="5420889" cy="304698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161335" y="5494048"/>
            <a:ext cx="5055451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Mark McCandlish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85740" y="6371616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Aerospace illustrator found DEAD from a shotgun blast to the head at age 65.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scheduled to testify before a Senate committee about CLASSIFIED antigravity craft — died days before.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Created the famous "Flux Liner" illustration of a secret antigravity vehicle based on firsthand testimony.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at the 2001 Disclosure Project National Press Club event about alien reproduction vehicles.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friend who attended the secret air show where the craft was displayed ALSO died under suspicious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right before his most important testimony — the pattern is unmistakable.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Livelsberger: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Livelsberger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Green Beret who SHOT himself in a Cybertruck loaded with explosives outside Trump International Hotel — age 37.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Detonated the vehicle on New Year's Day 2025 in Las Vegas.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Left manifestos expressing frustration with government secrecy and corruption.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Special Forces operative with access to classified programs and advanced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dramatic and public death raised questions about what he knew and what pushed him to the edge.</a:t>
            </a:r>
          </a:p>
        </p:txBody>
      </p:sp>
      <p:pic>
        <p:nvPicPr>
          <p:cNvPr id="16" name="Picture 15" descr="Matthew_Livels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7212"/>
            <a:ext cx="5387784" cy="30306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and conspiracy researcher who DIED at age 39 in Warsaw, Poland — found dead on a sofa.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Texted his mother days before: "If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VOMITED black liquid before dying — witnesses described it as disturbing and abnormal.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traveled to Poland to give a presentation on government cover-ups and secret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Officially died of pneumonia and drug intoxication — but his mother fought for years to get an inquest.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young researcher who predicted his own death, then died in a foreign country.</a:t>
            </a:r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3563" y="1100088"/>
            <a:ext cx="28948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researcher found DEAD from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"The Case for the UFO" — the book that prompted the famous Philadelphia Experiment annotations.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Navy took his annotated book seriously enough to reproduce it in a limited classified print run.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deeply depressed after his career collapsed — but the car exhaust method mirrors intelligence assassination technique.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as he was preparing new research into anti-gravity and unified field theory.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883" y="1100088"/>
            <a:ext cx="29122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Visionary inventor who DIED at age 86 in his hotel room — the FBI SEIZED his papers within hours.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directed energy weapon research, wireless power transmission, and particle beam technology vanished into classified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alternating current, radio, and technologies decades ahead of his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impoverished and alone at the Hotel New Yorker — one of history's greatest minds, abandoned.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Alien Property Custodian (a WWII agency) took custody of his papers — despite Tesla being a U.S. citizen.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What the government found in those files has never been fully disclosed.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746" y="1100088"/>
            <a:ext cx="29004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F8E10C30-2F4B-966B-5587-313C7C8C08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Chinese-American physicist who published groundbreaking antigravity research — then DISAPPEARED from public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Received a $448,970 DOD grant for her company AC Gravity — then went completely SILENT.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STRUCK by a vehicle on the UAH campus — causing permanent brain damage.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 the SAME city (Huntsville, Alabama) where Amy Eskridge was later found dead from a gunshot wound.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antigravity researchers in the same city, both neutralized. One by vehicle. One by bullet.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Alzheimer's in 2021 at age 78 — but her research had been silenced decades earlier.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professor and director of the Plasma Science and Fusion Center — SHOT and KILLED at age 47 in Brookline, Massachusetts.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world's leading plasma physics researchers — his work had implications for fusion energy and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MURDERED in December 2025 — two months before Caltech astrophysicist Carl Grillmair was also SHOT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2025-2026 scientist cluster that has sent chills through the defense research community.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brilliant 47-year-old Portuguese-born scientist killed outside his home.</a:t>
            </a:r>
          </a:p>
        </p:txBody>
      </p:sp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UFO investigator who was deliberately DRIVEN INSANE by the Air Force Office of Special Investigations (AFOSI).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Lived near Kirtland AFB and detected genuine anomalous signals — the government's response was to gaslight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AFOSI agent Richard Doty fed him disinformation until Bennewitz suffered a complete mental BREAKDOWN.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hospitalized in a psychiatric facility — a confirmed case of government psychological warfare against a civilian.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75 in 2003 — but his mind was destroyed decades earlier by his own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thoroughly documented case of intelligence agencies deliberately destroying a UFO researcher.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779" y="1100088"/>
            <a:ext cx="512440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 Schneider: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 Schneider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67260"/>
            <a:ext cx="8141210" cy="390876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with a rubber catheter tube wrapped THREE TIMES around his neck at age 48.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FINGERPRINTS were found on the catheter tube — impossible if he strangled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Lectured publicly for two years about deep underground military bases and alien encounters.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he survived a firefight with aliens in an underground base beneath Dulce, New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audiences repeatedly: "If I ever 'commit suicide,' I was MURDERED."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Missing fingers on one hand — which he said were blown off in the underground firefight.</a:t>
            </a:r>
          </a:p>
        </p:txBody>
      </p:sp>
      <p:pic>
        <p:nvPicPr>
          <p:cNvPr id="16" name="Picture 15" descr="Phil_Schne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024" y="1100088"/>
            <a:ext cx="258991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09B1A102-AB68-C95F-84A9-46E0E0B16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345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87530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whistleblower found SHOT in a park-and-ride lot at age 66. Ruled SUICIDE two years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Exposed how the Obama administration SHUT DOWN investigations into Islamic terror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about to publish a new book with additional explosive revelations when 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with a single gunshot wound next to his vehicle — but his laptop and phone were MISSING.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Friends and colleagues were unanimous: he was NOT suicidal. He was energized and planning his future.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LANL high-explosives chemist KILLED in a head-on car crash at age 44 on the road to Los Alamos.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February 2024 — the same month former HAARP chief scientist Christopher Fallen was murdered in Albuquerque.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at Los Alamos National Laboratory on explosives research with defense applications.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crash occurred on NM-501 near the LANSCE facility — deep in the Los Alamos security zone.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defense scientists dead in New Mexico in the same month — one year before the 2025 disappearance cluster began.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2" y="1100088"/>
            <a:ext cx="27468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Philo Farnsworth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79012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inventor of TELEVISION whose fusion energy research was DEFUNDED and classified.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a working fusor — a nuclear fusion device — that achieved real fusion reactions in the 1960s.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ITT Corporation bought his lab, then SHUT DOWN his fusion research despite its promise.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age 64 of pneumonia in 1971 — broken by decades of having his greatest work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man who gave the world television was denied the chance to give the world clean energy.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307" y="1100088"/>
            <a:ext cx="514863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Inventor of the DIESEL ENGINE who VANISHED from a ship crossing the English Channel in 1913.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found floating in the sea days later — but was too decomposed for autopsy.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on his way to England to discuss licensing his engine to the British Navy.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Multiple parties had motive: oil companies, coal interests, and rival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inventor disappearance in history — and the first to demonstrate the inventor-death pattern.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154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rank_Edw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8474" y="1100088"/>
            <a:ext cx="3357970" cy="42907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Frank Edwards: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912953"/>
            <a:ext cx="816352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Prominent UFO author and radio broadcaster — DIED of a heart attack at age 59.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on the EXACT 20th anniversary of Kenneth Arnold's 1947 sighting — the event that launched the UFO era.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Bestselling books, national radio audience, one of the most influential early UFO researchers.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Heart attack on the most symbolically significant date in UFO history. Coincidence? At 59?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came during a period when multiple early UFO researchers died or were SILENCED.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5331050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Frank Edwards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087284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Ryan Graves: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Ryan Graves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Navy F/A-18 pilot who became the FIRST active-duty military pilot to publicly testify before Congress about UAPs.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Founded Americans for Safe Aerospace — a UAP advocacy organization for military witnesses.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Described daily UAP encounters during his Navy service that posed real FLIGHT SAFETY risks.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Testified alongside David Grusch in the historic July 2023 House Oversight hearing.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but AT RISK — his public advocacy makes him a target for those who want disclosure stopped.</a:t>
            </a:r>
          </a:p>
        </p:txBody>
      </p:sp>
      <p:pic>
        <p:nvPicPr>
          <p:cNvPr id="16" name="Picture 15" descr="Ryan_Gra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Stanley Meyer: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Stanley Meyer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words: "They POISONED me." Then he COLLAPSED at a restaurant and died at age 57.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 water fuel cell that could run a car on WATER — demonstrated it publicly multiple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meeting with Belgian investors at a restaurant in Grove City, Ohio when he fell ill.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cerebral aneurysm — but Meyer's family insists he was healthy and was targeted.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Turned down millions from the auto industry to keep the technology available to the PUBLIC.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most famous case of an energy inventor dying at the exact moment of commercialization.</a:t>
            </a:r>
          </a:p>
        </p:txBody>
      </p:sp>
      <p:pic>
        <p:nvPicPr>
          <p:cNvPr id="16" name="Picture 15" descr="Stanley_Mey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96640"/>
            <a:ext cx="5387784" cy="329177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Stanton Friedman: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Stanton Friedman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Nuclear physicist and the original Roswell investigator who DIED of a heart attack at age 84 at an airport.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over 50 YEARS researching and lecturing on UFOs — the longest career in the field.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Made the Roswell incident a household name through decades of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Toronto Pearson Airport — his death is NOT considered suspicious given his 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Included here because he was the DEAN of UFO research and his passing marked the end of an era.</a:t>
            </a:r>
          </a:p>
        </p:txBody>
      </p:sp>
      <p:pic>
        <p:nvPicPr>
          <p:cNvPr id="16" name="Picture 15" descr="Stanton_Fried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256" y="1100088"/>
            <a:ext cx="316545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Bearden: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Bearden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91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Inventor of the Motionless Electromagnetic Generator (MEG) — U.S. Patent 6,362,718 — a solid-state overunity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91 in Huntsville, Alabama — after a lengthy illness.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MEG device was allegedly DESTROYED and his research suppressed over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Retired Army Lieutenant Colonel who combined military intelligence background with physics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decades documenting how the energy establishment systematically blocks breakthrough technologies.</a:t>
            </a:r>
          </a:p>
        </p:txBody>
      </p:sp>
      <p:pic>
        <p:nvPicPr>
          <p:cNvPr id="16" name="Picture 15" descr="Thomas_Be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4883" y="1100088"/>
            <a:ext cx="29122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a radiant energy device in the 1920s that drew power from cosmic rays — then was SHOT AT multiple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associate SMASHED his device with a hammer during a demonstration — destroying years of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device reportedly powered lights and appliances with no conventional energy input.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Moray was shot at while driving, and bullets were fired through his laboratory windows.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81 of natural causes — but his technology was destroyed by violence and sabotage long before.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son John Moray continued the work but could never fully replicate the original device.</a:t>
            </a:r>
          </a:p>
        </p:txBody>
      </p:sp>
      <p:pic>
        <p:nvPicPr>
          <p:cNvPr id="16" name="Picture 15" descr="Thomas_Henry_Mor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70455"/>
            <a:ext cx="5387784" cy="3344141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Townsend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Townsend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 of electrogravitics — discovered that charged capacitors could produce thrust (the Biefeld-Brown effect).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antigravity research was allegedly CLASSIFIED by the military in the 1950s and removed from public science.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80 of natural causes — his death is NOT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But his TECHNOLOGY was suppressed: electrogravitics vanished from scientific literature after classified review.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Spent his final years in obscurity, unable to continue the research that could have changed physics.</a:t>
            </a:r>
          </a:p>
        </p:txBody>
      </p:sp>
      <p:pic>
        <p:nvPicPr>
          <p:cNvPr id="16" name="Picture 15" descr="Thomas_Townsend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373" y="1100088"/>
            <a:ext cx="268122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Tim Burchett: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Tim Burchett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U.S. Congressman who organized the historic 2023 UAP hearing — then received DEATH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the Daily Mail: "The numbers seem very high in these certain areas of research. We'd better be paying attention."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physically ELBOWED by former Speaker Kevin McCarthy on the House floor after pushing for UAP transparency.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Has publicly stated he does not trust the government's explanations for scientist deaths and disappearances.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ALIVE and FIGHTING — one of the few elected officials demanding answers about UAP-related killings.</a:t>
            </a:r>
          </a:p>
        </p:txBody>
      </p:sp>
      <p:pic>
        <p:nvPicPr>
          <p:cNvPr id="16" name="Picture 15" descr="Tim_Burche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914" y="1100088"/>
            <a:ext cx="310413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Viktor Schauberger: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Viktor Schauberger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Austrian inventor who was forced to SIGN AWAY all rights to his revolutionary vortex energy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just FIVE DAYS after signing the agreement — reportedly "a broken man."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Developed implosion-based engines and water vortex technologies that defied conventional physics.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work was seized by the Nazis during WWII, then by American interests after the war.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last words: "They have taken everything from me. I don't even own myself anymore."</a:t>
            </a:r>
          </a:p>
        </p:txBody>
      </p:sp>
      <p:pic>
        <p:nvPicPr>
          <p:cNvPr id="16" name="Picture 15" descr="Viktor_Schau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27" y="1100088"/>
            <a:ext cx="277191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Walter Haut: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Walter Haut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man who issued the original 1947 Roswell press release announcing a "flying disc" recovery.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Signed a sealed DEATHBED AFFIDAVIT stating he saw the alien craft AND alien bodies at Roswell.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Served as public information officer at Roswell Army Air Field at the time of the crash.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Kept silent for decades before finally committing his testimony to a sworn statement.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83 of natural causes — his death is NOT suspicious, but his testimony is explosive.</a:t>
            </a:r>
          </a:p>
        </p:txBody>
      </p:sp>
      <p:pic>
        <p:nvPicPr>
          <p:cNvPr id="16" name="Picture 15" descr="Walter_Ha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968" y="1100088"/>
            <a:ext cx="294603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Canadian government engineer who ran PROJECT MAGNET — Canada's official UFO study — concluded UFOs were EXTRATERRESTRIAL.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cancer at age 52 — adding to the pattern of UFO researchers dying of cancer.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classified memo confirmed that UFOs were "the most highly classified subject" in the U.S. government.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Recovered a piece of a UFO that was analyzed by the Canadian government before being returned.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government scientist who proved UFOs were real — then died of cancer at a young age.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856" y="1100088"/>
            <a:ext cx="36122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BOOKS were BURNED by order of a U.S. federal court — the only government book burning in American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federal prison at age 60 — ONE DAY before he was eligible for parole.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Invented orgone energy accumulators and cloudbusters — devices the FDA sought to destroy.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Over SIX TONS of his publications were incinerated by court order.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An Austrian-American physician and scientist, imprisoned for refusing to stop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government burned his books, locked him in prison, and he died the day before freedom.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Cooper: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80+ Murdered: UAP Experts Exposed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https://uapmurders.com/uaps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Cooper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Author of "Behold a Pale Horse" — SHOT and KILLED by sheriff's deputies at age 58 in Eagar, Arizona.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Naval intelligence who claimed to have seen classified documents about alien contact and government cover-ups.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Predicted a major terror attack months before 9/11 — naming Osama bin Laden as the likely scapegoat.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during an attempted arrest at his home — but the circumstances of the confrontation are disputed.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been broadcasting from his hilltop home for years, exposing what he said was a global conspiracy.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for years he expected to be KILLED — and he was right.</a:t>
            </a:r>
          </a:p>
        </p:txBody>
      </p:sp>
      <p:pic>
        <p:nvPicPr>
          <p:cNvPr id="16" name="Picture 15" descr="William_Coo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687" y="1100088"/>
            <a:ext cx="5386592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7946</Words>
  <Application>Microsoft Macintosh PowerPoint</Application>
  <PresentationFormat>Widescreen</PresentationFormat>
  <Paragraphs>714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50</cp:revision>
  <dcterms:created xsi:type="dcterms:W3CDTF">2026-02-13T11:27:00Z</dcterms:created>
  <dcterms:modified xsi:type="dcterms:W3CDTF">2026-03-30T21:55:22Z</dcterms:modified>
</cp:coreProperties>
</file>